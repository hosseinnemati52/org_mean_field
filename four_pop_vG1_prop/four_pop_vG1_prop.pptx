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4616AB-63D6-DE20-C459-5458B310F74E}"/>
              </a:ext>
            </a:extLst>
          </p:cNvPr>
          <p:cNvSpPr/>
          <p:nvPr/>
        </p:nvSpPr>
        <p:spPr>
          <a:xfrm>
            <a:off x="558459" y="1153741"/>
            <a:ext cx="10629133" cy="3970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5F592A-A3BC-B45B-C62E-037CB6B74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6" t="3110" r="1074" b="3434"/>
          <a:stretch/>
        </p:blipFill>
        <p:spPr>
          <a:xfrm>
            <a:off x="623527" y="1661147"/>
            <a:ext cx="5257740" cy="3418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38BEF0-F55B-F0A2-DB9E-E24A33233E9E}"/>
              </a:ext>
            </a:extLst>
          </p:cNvPr>
          <p:cNvSpPr txBox="1"/>
          <p:nvPr/>
        </p:nvSpPr>
        <p:spPr>
          <a:xfrm>
            <a:off x="623527" y="1274887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6CF65-0E72-F2AC-DCED-6B58D0B20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" t="1944" r="1565" b="4600"/>
          <a:stretch/>
        </p:blipFill>
        <p:spPr>
          <a:xfrm>
            <a:off x="5881267" y="1661147"/>
            <a:ext cx="5257741" cy="34182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723641-63FF-EED1-EED8-252D0D9E3344}"/>
              </a:ext>
            </a:extLst>
          </p:cNvPr>
          <p:cNvSpPr txBox="1"/>
          <p:nvPr/>
        </p:nvSpPr>
        <p:spPr>
          <a:xfrm>
            <a:off x="6158786" y="1246902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503522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C0AF01-8AD9-A7A7-B1DC-A8C704165FE1}"/>
              </a:ext>
            </a:extLst>
          </p:cNvPr>
          <p:cNvSpPr/>
          <p:nvPr/>
        </p:nvSpPr>
        <p:spPr>
          <a:xfrm>
            <a:off x="1169505" y="745179"/>
            <a:ext cx="9097618" cy="3970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F6017-B7E4-AACD-83C7-2CF800AC5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1" r="23966"/>
          <a:stretch/>
        </p:blipFill>
        <p:spPr>
          <a:xfrm>
            <a:off x="6808303" y="974029"/>
            <a:ext cx="3458819" cy="36576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9F7519-39D8-770F-7F5B-4869A1D91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698" y="974030"/>
            <a:ext cx="5486411" cy="36576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45E327-0E93-ACAE-C73E-4332A0419BF7}"/>
              </a:ext>
            </a:extLst>
          </p:cNvPr>
          <p:cNvSpPr txBox="1"/>
          <p:nvPr/>
        </p:nvSpPr>
        <p:spPr>
          <a:xfrm>
            <a:off x="1382284" y="838340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7B301-B582-15B6-2547-B4C9DA5AA375}"/>
              </a:ext>
            </a:extLst>
          </p:cNvPr>
          <p:cNvSpPr txBox="1"/>
          <p:nvPr/>
        </p:nvSpPr>
        <p:spPr>
          <a:xfrm>
            <a:off x="6732109" y="83834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33524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B25D-D850-673D-1430-9A178CF9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3954BDB-39C5-6761-6565-B58BB4675906}"/>
              </a:ext>
            </a:extLst>
          </p:cNvPr>
          <p:cNvGrpSpPr/>
          <p:nvPr/>
        </p:nvGrpSpPr>
        <p:grpSpPr>
          <a:xfrm>
            <a:off x="1363980" y="775855"/>
            <a:ext cx="8908454" cy="4094615"/>
            <a:chOff x="1363980" y="775855"/>
            <a:chExt cx="8908454" cy="40946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770446-7B72-AB9B-1E08-ABE86AF0945F}"/>
                </a:ext>
              </a:extLst>
            </p:cNvPr>
            <p:cNvSpPr/>
            <p:nvPr/>
          </p:nvSpPr>
          <p:spPr>
            <a:xfrm>
              <a:off x="1363980" y="775855"/>
              <a:ext cx="8908454" cy="40946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F5EDB4B-A8A5-7BE6-B1CC-EFC3ACAA0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51" r="25589" b="3955"/>
            <a:stretch/>
          </p:blipFill>
          <p:spPr>
            <a:xfrm>
              <a:off x="6743487" y="1169261"/>
              <a:ext cx="3399358" cy="3512970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CF31055-FA49-B393-4E92-9E3E0DA1AC92}"/>
                </a:ext>
              </a:extLst>
            </p:cNvPr>
            <p:cNvGrpSpPr/>
            <p:nvPr/>
          </p:nvGrpSpPr>
          <p:grpSpPr>
            <a:xfrm>
              <a:off x="1449898" y="1177714"/>
              <a:ext cx="5293589" cy="3657607"/>
              <a:chOff x="3753997" y="792820"/>
              <a:chExt cx="5293588" cy="365760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080E1CE-E683-C260-B768-3FBF8EF66E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514"/>
              <a:stretch/>
            </p:blipFill>
            <p:spPr>
              <a:xfrm>
                <a:off x="3753997" y="792820"/>
                <a:ext cx="5293588" cy="3657607"/>
              </a:xfrm>
              <a:prstGeom prst="rect">
                <a:avLst/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B853129-8B3F-133B-380C-559B8E849EE3}"/>
                  </a:ext>
                </a:extLst>
              </p:cNvPr>
              <p:cNvSpPr/>
              <p:nvPr/>
            </p:nvSpPr>
            <p:spPr>
              <a:xfrm>
                <a:off x="4855844" y="2127885"/>
                <a:ext cx="1577049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3AEC15B-006C-6E3F-9740-39B5EBA9751B}"/>
                  </a:ext>
                </a:extLst>
              </p:cNvPr>
              <p:cNvSpPr/>
              <p:nvPr/>
            </p:nvSpPr>
            <p:spPr>
              <a:xfrm>
                <a:off x="6362700" y="2066925"/>
                <a:ext cx="173355" cy="43815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AFC96CB-27C0-DC85-A61A-50C4656E06C3}"/>
                  </a:ext>
                </a:extLst>
              </p:cNvPr>
              <p:cNvSpPr/>
              <p:nvPr/>
            </p:nvSpPr>
            <p:spPr>
              <a:xfrm>
                <a:off x="4863672" y="971550"/>
                <a:ext cx="1718012" cy="11826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AA0B247-2CAD-F0FA-B106-C50782D9032F}"/>
                  </a:ext>
                </a:extLst>
              </p:cNvPr>
              <p:cNvGrpSpPr/>
              <p:nvPr/>
            </p:nvGrpSpPr>
            <p:grpSpPr>
              <a:xfrm>
                <a:off x="4864594" y="971551"/>
                <a:ext cx="1899820" cy="1361373"/>
                <a:chOff x="7255162" y="944880"/>
                <a:chExt cx="1973536" cy="1414197"/>
              </a:xfrm>
              <a:solidFill>
                <a:schemeClr val="bg1"/>
              </a:solidFill>
            </p:grpSpPr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51B8907D-C0C4-FCF9-30F3-782D63670325}"/>
                    </a:ext>
                  </a:extLst>
                </p:cNvPr>
                <p:cNvSpPr/>
                <p:nvPr/>
              </p:nvSpPr>
              <p:spPr>
                <a:xfrm>
                  <a:off x="7255162" y="944880"/>
                  <a:ext cx="1973536" cy="1414197"/>
                </a:xfrm>
                <a:prstGeom prst="roundRect">
                  <a:avLst>
                    <a:gd name="adj" fmla="val 6330"/>
                  </a:avLst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60253607-EFD0-AF38-9A32-2AC481DAA6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688" t="15435" r="74419" b="63446"/>
                <a:stretch/>
              </p:blipFill>
              <p:spPr>
                <a:xfrm>
                  <a:off x="7458126" y="1352167"/>
                  <a:ext cx="192409" cy="936602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3ED8698-ADD2-D6AD-2999-8BE8920A0B4F}"/>
                    </a:ext>
                  </a:extLst>
                </p:cNvPr>
                <p:cNvSpPr txBox="1"/>
                <p:nvPr/>
              </p:nvSpPr>
              <p:spPr>
                <a:xfrm>
                  <a:off x="7640836" y="1281859"/>
                  <a:ext cx="964285" cy="991128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Mixed C</a:t>
                  </a:r>
                </a:p>
                <a:p>
                  <a:pPr algn="ctr"/>
                  <a:r>
                    <a:rPr lang="en-US" sz="1400" dirty="0"/>
                    <a:t>Mixed WT</a:t>
                  </a:r>
                </a:p>
                <a:p>
                  <a:pPr algn="ctr"/>
                  <a:r>
                    <a:rPr lang="en-US" sz="1400" dirty="0"/>
                    <a:t>Pure C</a:t>
                  </a:r>
                </a:p>
                <a:p>
                  <a:pPr algn="ctr"/>
                  <a:r>
                    <a:rPr lang="en-US" sz="1400" dirty="0"/>
                    <a:t>Pure WT</a:t>
                  </a:r>
                </a:p>
              </p:txBody>
            </p:sp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6BE72056-CE7F-0369-0F0A-1C72880C47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07618" y="1367464"/>
                  <a:ext cx="396096" cy="198048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E82DE025-055D-0D98-D1FD-F9EDA55565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12568" y="1595342"/>
                  <a:ext cx="386195" cy="19804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6D340A23-05BF-5A79-AA35-C16D7F5A30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t="63438"/>
                <a:stretch/>
              </p:blipFill>
              <p:spPr>
                <a:xfrm>
                  <a:off x="8604049" y="1898848"/>
                  <a:ext cx="409506" cy="122422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0A4B80C9-CFEE-6DF6-A18D-0D5E108F60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b="73597"/>
                <a:stretch/>
              </p:blipFill>
              <p:spPr>
                <a:xfrm>
                  <a:off x="8607618" y="2150953"/>
                  <a:ext cx="396096" cy="85510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</p:pic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368B964-5929-2864-7C3A-B179C517DAA3}"/>
                    </a:ext>
                  </a:extLst>
                </p:cNvPr>
                <p:cNvSpPr txBox="1"/>
                <p:nvPr/>
              </p:nvSpPr>
              <p:spPr>
                <a:xfrm>
                  <a:off x="7286596" y="982835"/>
                  <a:ext cx="515014" cy="351690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exp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1D4EEF6-E589-63FE-509B-7A3BD0C2EB34}"/>
                    </a:ext>
                  </a:extLst>
                </p:cNvPr>
                <p:cNvSpPr txBox="1"/>
                <p:nvPr/>
              </p:nvSpPr>
              <p:spPr>
                <a:xfrm>
                  <a:off x="8409243" y="996651"/>
                  <a:ext cx="777982" cy="351690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model</a:t>
                  </a: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759635-D5AE-D99A-9DC6-C1E585F857BF}"/>
                </a:ext>
              </a:extLst>
            </p:cNvPr>
            <p:cNvSpPr txBox="1"/>
            <p:nvPr/>
          </p:nvSpPr>
          <p:spPr>
            <a:xfrm>
              <a:off x="1653124" y="886803"/>
              <a:ext cx="5861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(a)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B7263C-98E7-4465-9214-DB3F23550504}"/>
                </a:ext>
              </a:extLst>
            </p:cNvPr>
            <p:cNvSpPr txBox="1"/>
            <p:nvPr/>
          </p:nvSpPr>
          <p:spPr>
            <a:xfrm>
              <a:off x="6637189" y="886803"/>
              <a:ext cx="5982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7449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34</cp:revision>
  <dcterms:created xsi:type="dcterms:W3CDTF">2025-02-19T15:13:46Z</dcterms:created>
  <dcterms:modified xsi:type="dcterms:W3CDTF">2025-08-23T18:54:49Z</dcterms:modified>
</cp:coreProperties>
</file>