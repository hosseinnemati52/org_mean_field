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79" d="100"/>
          <a:sy n="79" d="100"/>
        </p:scale>
        <p:origin x="80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A8804-0904-A474-3290-62BB0E0627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7189C-8904-AF48-5B2C-4F31CCD6F1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B98E9-7F1D-AAAE-B01E-CB6FC3B3B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22C99-D847-3B45-ABC1-919345D07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90641-DD75-0543-D3D9-CCD9346B4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62982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A72AA-3BDF-83EF-6D9C-C2B9DBB5D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6D9D3-0CF5-1C22-E4DB-194CBB37D7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D886C-CCDE-06A4-C7D5-B107E54A7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234321-CD6C-7294-6B00-208F5D33F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DFBBF-4FD3-F458-9446-A0CF43557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6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1B1C6-D352-F176-E28A-782CA5D2F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836934-7D55-0AC3-F966-5667B30EFF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0A2C6E-B05F-68B9-9BE0-4982CD039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86B396-BDB7-7B05-731F-D00EC605B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643A1-6D4C-5895-28E1-8AFC7E142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7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5BCA5-AF4B-44E7-ABF6-9D46E37BB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1CCF47-89DD-47F8-9424-DE744AD4E0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3BF8ED-F576-A375-EAA6-3EC682C644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44F758-EB71-BD85-4ADE-125E7CF7A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90F4BF-D5E8-6936-11F5-EDC5AAA05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DD5E69-BD54-43E4-9B8F-1FE13C20E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829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A9B74-AF7B-3C07-0353-BF3C26CB3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527288-EB41-93E6-4FF4-1CD1B6507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BEE96F-61A9-5632-DB2E-E853FEFB6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F3B3FD-0C91-E4DE-38D7-B31B00CD7E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71E32AD-BB08-23C1-27A6-39A9AB05CB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72B02B-F4D5-77A0-1259-E152CECF7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33F0DB-A226-A50A-6059-59483039D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BC98FB-2BBE-549B-A0E3-23F64D97A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6179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9A2749-4092-79F5-6E2C-46891542C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1369CC-363B-24CB-FB1F-F087E4E55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82B50E-C1FC-1459-20C6-7ACA94D68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686D61-959B-EF21-C273-06200F9E6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852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62051C-21E9-3EBE-3583-EC8D726B2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5E3804-F57A-AB9D-0432-0CE98BA46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3E7741-A658-22C5-B474-B439560AF4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30436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17D5E-5436-7747-B0C6-F2CAC8159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E2537-D908-B659-88CF-A751DEB450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95A796-D323-3BEB-9938-DCFC12F02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F9D435-E715-FB53-5D73-04467E344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5920C1-6A8E-DBB7-EBEB-2A3C3ADEF2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094415-6D9D-0F48-3E7A-DC0722551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863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B1782-E0D3-78AC-AA3C-C8E67D5D1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E9A29D-7EE2-1E8E-6B3C-3624C49EB3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CB65A5-E3F2-C022-0682-6DDA24A75F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B5AAD0-182C-7D5E-0CF6-72A7EEDCC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B35A9-DE4F-2835-7E59-BD3130071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F123D3-635A-55CF-7782-C0657A45E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395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7953E-0022-D3EE-CF99-B181B7D1D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F214E6-B025-C6C5-037B-BEB9FB4C3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250103-8BF8-0A01-F8F2-0894E2066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D30C92-CB65-988F-C42B-96788F3CE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7A96DA-3209-9A7D-132C-D43C577DC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67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90932-03EE-C158-BC7E-D814A86F2A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0036A1-29AE-F49E-D77F-45C29B5146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BDA9CF-DAEB-CC32-BFFD-65FFCC16D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25F40E-4D6A-4DF5-98D1-C5D2D280A6AC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1A5762-4893-A30C-F1B9-8E35102E6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C935F-848A-AD3A-D3A8-873A4864A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806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C517C-BE33-FC5D-69D5-4A6EA96FE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08F05-CC0A-3D93-2F0A-2DD3D08942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0E42BD-6424-92B7-8453-9DB7A00817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25F40E-4D6A-4DF5-98D1-C5D2D280A6AC}" type="datetimeFigureOut">
              <a:rPr lang="en-US" smtClean="0"/>
              <a:t>6/12/2025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BDB455-5546-8667-F7CB-ADC808A9B7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C1CECC-7F77-40CD-4383-674DBA5DA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05DAE4-34ED-4F7B-8E88-3D5883C11C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20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134616AB-63D6-DE20-C459-5458B310F74E}"/>
              </a:ext>
            </a:extLst>
          </p:cNvPr>
          <p:cNvSpPr/>
          <p:nvPr/>
        </p:nvSpPr>
        <p:spPr>
          <a:xfrm>
            <a:off x="558459" y="1153741"/>
            <a:ext cx="10629133" cy="39705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B5F592A-A3BC-B45B-C62E-037CB6B742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96" t="3110" r="1074" b="3434"/>
          <a:stretch/>
        </p:blipFill>
        <p:spPr>
          <a:xfrm>
            <a:off x="623527" y="1661147"/>
            <a:ext cx="5257740" cy="341826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C38BEF0-F55B-F0A2-DB9E-E24A33233E9E}"/>
              </a:ext>
            </a:extLst>
          </p:cNvPr>
          <p:cNvSpPr txBox="1"/>
          <p:nvPr/>
        </p:nvSpPr>
        <p:spPr>
          <a:xfrm>
            <a:off x="623527" y="1274887"/>
            <a:ext cx="442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F6CF65-0E72-F2AC-DCED-6B58D0B202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2" t="1944" r="1565" b="4600"/>
          <a:stretch/>
        </p:blipFill>
        <p:spPr>
          <a:xfrm>
            <a:off x="5881267" y="1661147"/>
            <a:ext cx="5257741" cy="341826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4723641-63FF-EED1-EED8-252D0D9E3344}"/>
              </a:ext>
            </a:extLst>
          </p:cNvPr>
          <p:cNvSpPr txBox="1"/>
          <p:nvPr/>
        </p:nvSpPr>
        <p:spPr>
          <a:xfrm>
            <a:off x="6158786" y="1246902"/>
            <a:ext cx="449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503522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C0AF01-8AD9-A7A7-B1DC-A8C704165FE1}"/>
              </a:ext>
            </a:extLst>
          </p:cNvPr>
          <p:cNvSpPr/>
          <p:nvPr/>
        </p:nvSpPr>
        <p:spPr>
          <a:xfrm>
            <a:off x="1169505" y="745179"/>
            <a:ext cx="9097618" cy="397058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5F6017-B7E4-AACD-83C7-2CF800AC56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91" r="23966"/>
          <a:stretch/>
        </p:blipFill>
        <p:spPr>
          <a:xfrm>
            <a:off x="6808303" y="974029"/>
            <a:ext cx="3458819" cy="36576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59F7519-39D8-770F-7F5B-4869A1D917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5698" y="974030"/>
            <a:ext cx="5486411" cy="365760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45E327-0E93-ACAE-C73E-4332A0419BF7}"/>
              </a:ext>
            </a:extLst>
          </p:cNvPr>
          <p:cNvSpPr txBox="1"/>
          <p:nvPr/>
        </p:nvSpPr>
        <p:spPr>
          <a:xfrm>
            <a:off x="1382284" y="838340"/>
            <a:ext cx="442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(a)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7B301-B582-15B6-2547-B4C9DA5AA375}"/>
              </a:ext>
            </a:extLst>
          </p:cNvPr>
          <p:cNvSpPr txBox="1"/>
          <p:nvPr/>
        </p:nvSpPr>
        <p:spPr>
          <a:xfrm>
            <a:off x="6732109" y="838340"/>
            <a:ext cx="449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3352411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</Words>
  <Application>Microsoft Office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>Utrecht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Nemati, H. (Hossein)</dc:creator>
  <cp:lastModifiedBy>Nemati, H. (Hossein)</cp:lastModifiedBy>
  <cp:revision>31</cp:revision>
  <dcterms:created xsi:type="dcterms:W3CDTF">2025-02-19T15:13:46Z</dcterms:created>
  <dcterms:modified xsi:type="dcterms:W3CDTF">2025-06-12T10:33:29Z</dcterms:modified>
</cp:coreProperties>
</file>