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8804-0904-A474-3290-62BB0E062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7189C-8904-AF48-5B2C-4F31CCD6F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B98E9-7F1D-AAAE-B01E-CB6FC3B3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22C99-D847-3B45-ABC1-919345D0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0641-DD75-0543-D3D9-CCD9346B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9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72AA-3BDF-83EF-6D9C-C2B9DBB5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D9D3-0CF5-1C22-E4DB-194CBB37D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D886C-CCDE-06A4-C7D5-B107E54A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34321-CD6C-7294-6B00-208F5D33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DFBBF-4FD3-F458-9446-A0CF4355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B1C6-D352-F176-E28A-782CA5D2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6934-7D55-0AC3-F966-5667B30E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2C6E-B05F-68B9-9BE0-4982CD03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6B396-BDB7-7B05-731F-D00EC605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643A1-6D4C-5895-28E1-8AFC7E14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BCA5-AF4B-44E7-ABF6-9D46E37B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CF47-89DD-47F8-9424-DE744AD4E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BF8ED-F576-A375-EAA6-3EC682C64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4F758-EB71-BD85-4ADE-125E7CF7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0F4BF-D5E8-6936-11F5-EDC5AAA0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D5E69-BD54-43E4-9B8F-1FE13C20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2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9B74-AF7B-3C07-0353-BF3C26CB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27288-EB41-93E6-4FF4-1CD1B6507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EE96F-61A9-5632-DB2E-E853FEFB6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3B3FD-0C91-E4DE-38D7-B31B00CD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E32AD-BB08-23C1-27A6-39A9AB05C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2B02B-F4D5-77A0-1259-E152CECF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3F0DB-A226-A50A-6059-59483039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C98FB-2BBE-549B-A0E3-23F64D97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1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2749-4092-79F5-6E2C-46891542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1369CC-363B-24CB-FB1F-F087E4E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2B50E-C1FC-1459-20C6-7ACA94D6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86D61-959B-EF21-C273-06200F9E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5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2051C-21E9-3EBE-3583-EC8D726B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E3804-F57A-AB9D-0432-0CE98BA4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E7741-A658-22C5-B474-B439560A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4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7D5E-5436-7747-B0C6-F2CAC815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2537-D908-B659-88CF-A751DEB4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5A796-D323-3BEB-9938-DCFC12F02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9D435-E715-FB53-5D73-04467E34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920C1-6A8E-DBB7-EBEB-2A3C3ADE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94415-6D9D-0F48-3E7A-DC072255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1782-E0D3-78AC-AA3C-C8E67D5D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E9A29D-7EE2-1E8E-6B3C-3624C49EB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B65A5-E3F2-C022-0682-6DDA24A75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5AAD0-182C-7D5E-0CF6-72A7EEDC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B35A9-DE4F-2835-7E59-BD313007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123D3-635A-55CF-7782-C0657A45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9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953E-0022-D3EE-CF99-B181B7D1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214E6-B025-C6C5-037B-BEB9FB4C3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50103-8BF8-0A01-F8F2-0894E206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30C92-CB65-988F-C42B-96788F3C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A96DA-3209-9A7D-132C-D43C577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7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90932-03EE-C158-BC7E-D814A86F2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36A1-29AE-F49E-D77F-45C29B514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A9CF-DAEB-CC32-BFFD-65FFCC16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A5762-4893-A30C-F1B9-8E35102E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935F-848A-AD3A-D3A8-873A4864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0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C517C-BE33-FC5D-69D5-4A6EA96F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08F05-CC0A-3D93-2F0A-2DD3D089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42BD-6424-92B7-8453-9DB7A0081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5F40E-4D6A-4DF5-98D1-C5D2D280A6A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DB455-5546-8667-F7CB-ADC808A9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CECC-7F77-40CD-4383-674DBA5D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C71A2DFE-2B47-F77D-102A-78104DC8B491}"/>
              </a:ext>
            </a:extLst>
          </p:cNvPr>
          <p:cNvGrpSpPr/>
          <p:nvPr/>
        </p:nvGrpSpPr>
        <p:grpSpPr>
          <a:xfrm>
            <a:off x="2247900" y="784860"/>
            <a:ext cx="5943600" cy="5608320"/>
            <a:chOff x="2247900" y="784860"/>
            <a:chExt cx="5943600" cy="560832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EBCB821-0483-011D-5A51-F1B80667A99D}"/>
                </a:ext>
              </a:extLst>
            </p:cNvPr>
            <p:cNvSpPr/>
            <p:nvPr/>
          </p:nvSpPr>
          <p:spPr>
            <a:xfrm>
              <a:off x="2247900" y="784860"/>
              <a:ext cx="5943600" cy="5608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AEE6A8-EA4C-5D3F-29CF-DB96687A015C}"/>
                </a:ext>
              </a:extLst>
            </p:cNvPr>
            <p:cNvSpPr/>
            <p:nvPr/>
          </p:nvSpPr>
          <p:spPr>
            <a:xfrm>
              <a:off x="2387048" y="2337391"/>
              <a:ext cx="5665304" cy="17029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3266FD6-BBF5-8970-EC0C-D980E7C527EB}"/>
                </a:ext>
              </a:extLst>
            </p:cNvPr>
            <p:cNvCxnSpPr>
              <a:cxnSpLocks/>
            </p:cNvCxnSpPr>
            <p:nvPr/>
          </p:nvCxnSpPr>
          <p:spPr>
            <a:xfrm>
              <a:off x="2387048" y="3188842"/>
              <a:ext cx="462832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864E43C-B7ED-3CCE-A299-ACB2EE4811E3}"/>
                </a:ext>
              </a:extLst>
            </p:cNvPr>
            <p:cNvCxnSpPr>
              <a:cxnSpLocks/>
            </p:cNvCxnSpPr>
            <p:nvPr/>
          </p:nvCxnSpPr>
          <p:spPr>
            <a:xfrm>
              <a:off x="7099105" y="3188842"/>
              <a:ext cx="953247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742DBA9-D385-840A-F130-05230B471FCC}"/>
                </a:ext>
              </a:extLst>
            </p:cNvPr>
            <p:cNvSpPr/>
            <p:nvPr/>
          </p:nvSpPr>
          <p:spPr>
            <a:xfrm>
              <a:off x="3340295" y="5103342"/>
              <a:ext cx="2271058" cy="11355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2B9B0D-0BF0-9D9A-823E-DFCC69FF954A}"/>
                </a:ext>
              </a:extLst>
            </p:cNvPr>
            <p:cNvSpPr/>
            <p:nvPr/>
          </p:nvSpPr>
          <p:spPr>
            <a:xfrm>
              <a:off x="4368246" y="2337389"/>
              <a:ext cx="246723" cy="170290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CCD8FA-AFCC-CFE9-4D16-4ADC2B386902}"/>
                </a:ext>
              </a:extLst>
            </p:cNvPr>
            <p:cNvCxnSpPr/>
            <p:nvPr/>
          </p:nvCxnSpPr>
          <p:spPr>
            <a:xfrm flipV="1">
              <a:off x="2387048" y="1888246"/>
              <a:ext cx="0" cy="44914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DDD6FC-ED22-1076-D0FA-B7A4C2D7E946}"/>
                </a:ext>
              </a:extLst>
            </p:cNvPr>
            <p:cNvCxnSpPr/>
            <p:nvPr/>
          </p:nvCxnSpPr>
          <p:spPr>
            <a:xfrm flipV="1">
              <a:off x="4475824" y="1888246"/>
              <a:ext cx="0" cy="44914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2DE51EE-62AE-B076-4510-2040317FBCAB}"/>
                </a:ext>
              </a:extLst>
            </p:cNvPr>
            <p:cNvCxnSpPr/>
            <p:nvPr/>
          </p:nvCxnSpPr>
          <p:spPr>
            <a:xfrm flipV="1">
              <a:off x="8049365" y="1888246"/>
              <a:ext cx="0" cy="44914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EB0AB8E-CFE1-52A9-BEB3-D5B63D71367C}"/>
                </a:ext>
              </a:extLst>
            </p:cNvPr>
            <p:cNvCxnSpPr/>
            <p:nvPr/>
          </p:nvCxnSpPr>
          <p:spPr>
            <a:xfrm>
              <a:off x="2387048" y="2103399"/>
              <a:ext cx="208877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F8BAAE5-5A75-C13A-2EDB-1BDC40C77056}"/>
                </a:ext>
              </a:extLst>
            </p:cNvPr>
            <p:cNvCxnSpPr>
              <a:cxnSpLocks/>
            </p:cNvCxnSpPr>
            <p:nvPr/>
          </p:nvCxnSpPr>
          <p:spPr>
            <a:xfrm>
              <a:off x="4475824" y="2103399"/>
              <a:ext cx="357354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A6D00E6-D0ED-1EC7-B8FE-64F49FD32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4767" y="2481568"/>
              <a:ext cx="1209675" cy="586509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C1B91E6-8C28-3962-3C96-B09913446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91354" y="2481568"/>
              <a:ext cx="1414148" cy="563099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624D044-EE4F-A657-D221-96C5A4E08028}"/>
                </a:ext>
              </a:extLst>
            </p:cNvPr>
            <p:cNvCxnSpPr>
              <a:cxnSpLocks/>
            </p:cNvCxnSpPr>
            <p:nvPr/>
          </p:nvCxnSpPr>
          <p:spPr>
            <a:xfrm>
              <a:off x="4496707" y="3904346"/>
              <a:ext cx="0" cy="1198996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DBB6436-1CDC-718F-10B7-3B44D9FB6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73806" y="4144137"/>
              <a:ext cx="837547" cy="934406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DAF621D-A9D4-7150-B96A-F2A1DFBE9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79107" y="5344244"/>
              <a:ext cx="1224999" cy="653725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1E539D2-8FB1-69E1-79FB-E87920844E7B}"/>
                </a:ext>
              </a:extLst>
            </p:cNvPr>
            <p:cNvSpPr txBox="1"/>
            <p:nvPr/>
          </p:nvSpPr>
          <p:spPr>
            <a:xfrm>
              <a:off x="2725987" y="1521283"/>
              <a:ext cx="13484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G1 phase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C4659F-A0BB-63A4-803B-16211BDF7AE1}"/>
                </a:ext>
              </a:extLst>
            </p:cNvPr>
            <p:cNvSpPr txBox="1"/>
            <p:nvPr/>
          </p:nvSpPr>
          <p:spPr>
            <a:xfrm>
              <a:off x="5248447" y="1545949"/>
              <a:ext cx="20617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S-G2-M phases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9DB4724-EC7E-B8F9-55B3-7E9F61FECC64}"/>
                </a:ext>
              </a:extLst>
            </p:cNvPr>
            <p:cNvGrpSpPr/>
            <p:nvPr/>
          </p:nvGrpSpPr>
          <p:grpSpPr>
            <a:xfrm>
              <a:off x="5178712" y="2614155"/>
              <a:ext cx="362907" cy="297923"/>
              <a:chOff x="1981436" y="3293051"/>
              <a:chExt cx="1478079" cy="1213410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293F69F-E06C-7C6E-3BD9-32A2DB5502A4}"/>
                  </a:ext>
                </a:extLst>
              </p:cNvPr>
              <p:cNvSpPr/>
              <p:nvPr/>
            </p:nvSpPr>
            <p:spPr>
              <a:xfrm>
                <a:off x="1981436" y="3293051"/>
                <a:ext cx="1478079" cy="1213410"/>
              </a:xfrm>
              <a:custGeom>
                <a:avLst/>
                <a:gdLst>
                  <a:gd name="connsiteX0" fmla="*/ 137280 w 1478079"/>
                  <a:gd name="connsiteY0" fmla="*/ 667804 h 1213410"/>
                  <a:gd name="connsiteX1" fmla="*/ 704017 w 1478079"/>
                  <a:gd name="connsiteY1" fmla="*/ 5817 h 1213410"/>
                  <a:gd name="connsiteX2" fmla="*/ 1168361 w 1478079"/>
                  <a:gd name="connsiteY2" fmla="*/ 355860 h 1213410"/>
                  <a:gd name="connsiteX3" fmla="*/ 1477923 w 1478079"/>
                  <a:gd name="connsiteY3" fmla="*/ 551123 h 1213410"/>
                  <a:gd name="connsiteX4" fmla="*/ 1199317 w 1478079"/>
                  <a:gd name="connsiteY4" fmla="*/ 827348 h 1213410"/>
                  <a:gd name="connsiteX5" fmla="*/ 513517 w 1478079"/>
                  <a:gd name="connsiteY5" fmla="*/ 1194060 h 1213410"/>
                  <a:gd name="connsiteX6" fmla="*/ 72986 w 1478079"/>
                  <a:gd name="connsiteY6" fmla="*/ 1129767 h 1213410"/>
                  <a:gd name="connsiteX7" fmla="*/ 6311 w 1478079"/>
                  <a:gd name="connsiteY7" fmla="*/ 851160 h 1213410"/>
                  <a:gd name="connsiteX8" fmla="*/ 137280 w 1478079"/>
                  <a:gd name="connsiteY8" fmla="*/ 667804 h 121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78079" h="1213410">
                    <a:moveTo>
                      <a:pt x="137280" y="667804"/>
                    </a:moveTo>
                    <a:cubicBezTo>
                      <a:pt x="253564" y="526913"/>
                      <a:pt x="532170" y="57808"/>
                      <a:pt x="704017" y="5817"/>
                    </a:cubicBezTo>
                    <a:cubicBezTo>
                      <a:pt x="875864" y="-46174"/>
                      <a:pt x="1039377" y="264976"/>
                      <a:pt x="1168361" y="355860"/>
                    </a:cubicBezTo>
                    <a:cubicBezTo>
                      <a:pt x="1297345" y="446744"/>
                      <a:pt x="1472764" y="472542"/>
                      <a:pt x="1477923" y="551123"/>
                    </a:cubicBezTo>
                    <a:cubicBezTo>
                      <a:pt x="1483082" y="629704"/>
                      <a:pt x="1360051" y="720192"/>
                      <a:pt x="1199317" y="827348"/>
                    </a:cubicBezTo>
                    <a:cubicBezTo>
                      <a:pt x="1038583" y="934504"/>
                      <a:pt x="701239" y="1143657"/>
                      <a:pt x="513517" y="1194060"/>
                    </a:cubicBezTo>
                    <a:cubicBezTo>
                      <a:pt x="325795" y="1244463"/>
                      <a:pt x="157520" y="1186917"/>
                      <a:pt x="72986" y="1129767"/>
                    </a:cubicBezTo>
                    <a:cubicBezTo>
                      <a:pt x="-11548" y="1072617"/>
                      <a:pt x="-4405" y="929344"/>
                      <a:pt x="6311" y="851160"/>
                    </a:cubicBezTo>
                    <a:cubicBezTo>
                      <a:pt x="17027" y="772976"/>
                      <a:pt x="20996" y="808695"/>
                      <a:pt x="137280" y="667804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5050997-D442-548B-40E8-1C0A0E4F6F8B}"/>
                  </a:ext>
                </a:extLst>
              </p:cNvPr>
              <p:cNvSpPr/>
              <p:nvPr/>
            </p:nvSpPr>
            <p:spPr>
              <a:xfrm rot="19494343">
                <a:off x="2393157" y="3810000"/>
                <a:ext cx="535781" cy="297656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36633B0-5A67-454C-DBA9-C59269C951FF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>
              <a:off x="5541581" y="2749470"/>
              <a:ext cx="5700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CF6045C-9A25-F137-64FE-D404519CE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54127" y="3258646"/>
              <a:ext cx="894022" cy="42819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9E5A877-C4CF-350D-D3F6-3615C1E12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76564" y="3258646"/>
              <a:ext cx="894022" cy="479117"/>
            </a:xfrm>
            <a:prstGeom prst="rect">
              <a:avLst/>
            </a:prstGeom>
          </p:spPr>
        </p:pic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5113E0B-7BFD-2140-BFC8-DD79870E87D1}"/>
                </a:ext>
              </a:extLst>
            </p:cNvPr>
            <p:cNvCxnSpPr>
              <a:cxnSpLocks/>
            </p:cNvCxnSpPr>
            <p:nvPr/>
          </p:nvCxnSpPr>
          <p:spPr>
            <a:xfrm>
              <a:off x="4133279" y="3188842"/>
              <a:ext cx="364566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AED990D-27BE-F111-18E0-1C973D0C6A3C}"/>
                </a:ext>
              </a:extLst>
            </p:cNvPr>
            <p:cNvCxnSpPr>
              <a:cxnSpLocks/>
            </p:cNvCxnSpPr>
            <p:nvPr/>
          </p:nvCxnSpPr>
          <p:spPr>
            <a:xfrm>
              <a:off x="4589662" y="3188842"/>
              <a:ext cx="373805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B24D2CF-1ED9-728C-84A4-7D4782D30EFC}"/>
                </a:ext>
              </a:extLst>
            </p:cNvPr>
            <p:cNvCxnSpPr>
              <a:cxnSpLocks/>
            </p:cNvCxnSpPr>
            <p:nvPr/>
          </p:nvCxnSpPr>
          <p:spPr>
            <a:xfrm>
              <a:off x="4475824" y="1441875"/>
              <a:ext cx="0" cy="3733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27F19B7-1BF1-BAB3-6454-D0C09D135DD7}"/>
                </a:ext>
              </a:extLst>
            </p:cNvPr>
            <p:cNvSpPr txBox="1"/>
            <p:nvPr/>
          </p:nvSpPr>
          <p:spPr>
            <a:xfrm>
              <a:off x="3933424" y="939167"/>
              <a:ext cx="11019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R-point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7758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4D4FA9F-C96C-7CE0-FDF3-8CF66CF7FD3F}"/>
              </a:ext>
            </a:extLst>
          </p:cNvPr>
          <p:cNvGrpSpPr/>
          <p:nvPr/>
        </p:nvGrpSpPr>
        <p:grpSpPr>
          <a:xfrm>
            <a:off x="567765" y="1153459"/>
            <a:ext cx="11056470" cy="4261224"/>
            <a:chOff x="657412" y="1147482"/>
            <a:chExt cx="11056470" cy="426122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4C4258-3733-4460-23D9-5627B8275F5B}"/>
                </a:ext>
              </a:extLst>
            </p:cNvPr>
            <p:cNvSpPr/>
            <p:nvPr/>
          </p:nvSpPr>
          <p:spPr>
            <a:xfrm>
              <a:off x="657412" y="1147482"/>
              <a:ext cx="11056470" cy="4261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A0C37AF-FD9F-E6B4-6C65-51F06A735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6828" y="1364972"/>
              <a:ext cx="5027721" cy="393342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BEAE931-EA80-3964-E805-F357C1C69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4138" y="1364972"/>
              <a:ext cx="5256868" cy="402866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5A344A-923F-DC46-4BB3-5CF0641BE251}"/>
                </a:ext>
              </a:extLst>
            </p:cNvPr>
            <p:cNvSpPr/>
            <p:nvPr/>
          </p:nvSpPr>
          <p:spPr>
            <a:xfrm>
              <a:off x="762000" y="1258957"/>
              <a:ext cx="636494" cy="5234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(a)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E24E98-CB9F-FB4E-970B-78B42CB2FC20}"/>
                </a:ext>
              </a:extLst>
            </p:cNvPr>
            <p:cNvSpPr/>
            <p:nvPr/>
          </p:nvSpPr>
          <p:spPr>
            <a:xfrm>
              <a:off x="6257364" y="1202636"/>
              <a:ext cx="636494" cy="5234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(b)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1803D9-611E-187C-097D-69964ED7ED28}"/>
                </a:ext>
              </a:extLst>
            </p:cNvPr>
            <p:cNvSpPr/>
            <p:nvPr/>
          </p:nvSpPr>
          <p:spPr>
            <a:xfrm>
              <a:off x="2085788" y="1781313"/>
              <a:ext cx="1081741" cy="5234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62BCD6-078C-7AE0-0CD5-75F4D737B919}"/>
                </a:ext>
              </a:extLst>
            </p:cNvPr>
            <p:cNvSpPr/>
            <p:nvPr/>
          </p:nvSpPr>
          <p:spPr>
            <a:xfrm>
              <a:off x="10106212" y="1879924"/>
              <a:ext cx="1219200" cy="5234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9260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Nemati, H. (Hossein)</dc:creator>
  <cp:lastModifiedBy>Nemati, H. (Hossein)</cp:lastModifiedBy>
  <cp:revision>23</cp:revision>
  <dcterms:created xsi:type="dcterms:W3CDTF">2025-02-19T15:13:46Z</dcterms:created>
  <dcterms:modified xsi:type="dcterms:W3CDTF">2025-05-01T15:26:31Z</dcterms:modified>
</cp:coreProperties>
</file>