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10F8CB7-A430-8647-7893-4075E4262F15}"/>
              </a:ext>
            </a:extLst>
          </p:cNvPr>
          <p:cNvGrpSpPr/>
          <p:nvPr/>
        </p:nvGrpSpPr>
        <p:grpSpPr>
          <a:xfrm>
            <a:off x="674255" y="646545"/>
            <a:ext cx="11009745" cy="5029228"/>
            <a:chOff x="674255" y="646545"/>
            <a:chExt cx="11009745" cy="50292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E137F13-09D0-B1C6-1152-B56D8456BA0C}"/>
                </a:ext>
              </a:extLst>
            </p:cNvPr>
            <p:cNvSpPr/>
            <p:nvPr/>
          </p:nvSpPr>
          <p:spPr>
            <a:xfrm>
              <a:off x="674255" y="646545"/>
              <a:ext cx="11009745" cy="50292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3F63A2-96C6-B28C-557F-853B8AEBF267}"/>
                </a:ext>
              </a:extLst>
            </p:cNvPr>
            <p:cNvSpPr/>
            <p:nvPr/>
          </p:nvSpPr>
          <p:spPr>
            <a:xfrm>
              <a:off x="923760" y="969818"/>
              <a:ext cx="10510983" cy="4473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DA6375F-8BA3-82EB-7079-6CF9EE26832E}"/>
                </a:ext>
              </a:extLst>
            </p:cNvPr>
            <p:cNvSpPr/>
            <p:nvPr/>
          </p:nvSpPr>
          <p:spPr>
            <a:xfrm>
              <a:off x="831397" y="3527833"/>
              <a:ext cx="10704946" cy="198288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BDA17BD-95A0-0C8F-3F6C-C6BB486B2741}"/>
                </a:ext>
              </a:extLst>
            </p:cNvPr>
            <p:cNvSpPr/>
            <p:nvPr/>
          </p:nvSpPr>
          <p:spPr>
            <a:xfrm>
              <a:off x="831396" y="881898"/>
              <a:ext cx="10704947" cy="264977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C72C43-60CB-1E50-E0DA-52EBD22F6FB3}"/>
                </a:ext>
              </a:extLst>
            </p:cNvPr>
            <p:cNvSpPr/>
            <p:nvPr/>
          </p:nvSpPr>
          <p:spPr>
            <a:xfrm>
              <a:off x="1403679" y="2750693"/>
              <a:ext cx="983291" cy="6796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AD06739-B946-9A20-A8DD-88FAF434FFAB}"/>
                </a:ext>
              </a:extLst>
            </p:cNvPr>
            <p:cNvSpPr/>
            <p:nvPr/>
          </p:nvSpPr>
          <p:spPr>
            <a:xfrm>
              <a:off x="1410480" y="1956033"/>
              <a:ext cx="983291" cy="6796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6B3067-32A1-C130-3A00-306165BC9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29868" y="2014322"/>
              <a:ext cx="546268" cy="53226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629417-B1E1-18A1-34DE-F385C3A7C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75202" y="2808983"/>
              <a:ext cx="609527" cy="52675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A1FA356-4E63-2D90-B226-E2038511AF2F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393771" y="2295880"/>
              <a:ext cx="1051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F9655ED-2BDC-1B47-D197-54A2152BC451}"/>
                </a:ext>
              </a:extLst>
            </p:cNvPr>
            <p:cNvSpPr/>
            <p:nvPr/>
          </p:nvSpPr>
          <p:spPr>
            <a:xfrm>
              <a:off x="3445652" y="1979137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F891FF-D3D9-8538-402A-5160541D6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9486" y="2122942"/>
              <a:ext cx="468411" cy="34026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0A2FB0-E662-72A6-69B9-7EBE1A59BAD8}"/>
                </a:ext>
              </a:extLst>
            </p:cNvPr>
            <p:cNvSpPr txBox="1"/>
            <p:nvPr/>
          </p:nvSpPr>
          <p:spPr>
            <a:xfrm>
              <a:off x="2446294" y="929997"/>
              <a:ext cx="20585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From experiment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42EBBCD-31BE-2342-0065-C97374FECFF4}"/>
                </a:ext>
              </a:extLst>
            </p:cNvPr>
            <p:cNvSpPr/>
            <p:nvPr/>
          </p:nvSpPr>
          <p:spPr>
            <a:xfrm>
              <a:off x="1410480" y="1182227"/>
              <a:ext cx="983291" cy="65659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E9CCD2C-EA60-B010-18CC-27CC5EA34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715" y="1250099"/>
              <a:ext cx="500466" cy="4921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191B1D92-F78D-2D11-9F07-ACC921A88BC7}"/>
                </a:ext>
              </a:extLst>
            </p:cNvPr>
            <p:cNvSpPr/>
            <p:nvPr/>
          </p:nvSpPr>
          <p:spPr>
            <a:xfrm>
              <a:off x="4692482" y="1423682"/>
              <a:ext cx="241300" cy="1327011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601573B-21D9-4C5F-4D1F-369B005FABD3}"/>
                </a:ext>
              </a:extLst>
            </p:cNvPr>
            <p:cNvSpPr/>
            <p:nvPr/>
          </p:nvSpPr>
          <p:spPr>
            <a:xfrm>
              <a:off x="5974962" y="1788629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1ADD673-7911-9DC5-D48C-C1DBC1679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4750" y="1846435"/>
              <a:ext cx="541778" cy="527887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86BECF1-9AE0-B673-F375-DF22BEAA07D1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>
              <a:off x="7269306" y="2442718"/>
              <a:ext cx="9315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CD5AF3-EAC9-CF0F-A7A0-FC4E45495629}"/>
                </a:ext>
              </a:extLst>
            </p:cNvPr>
            <p:cNvSpPr txBox="1"/>
            <p:nvPr/>
          </p:nvSpPr>
          <p:spPr>
            <a:xfrm>
              <a:off x="7269306" y="1878428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0487F2-B571-F4E0-D6F6-8069952CAED3}"/>
                </a:ext>
              </a:extLst>
            </p:cNvPr>
            <p:cNvSpPr txBox="1"/>
            <p:nvPr/>
          </p:nvSpPr>
          <p:spPr>
            <a:xfrm>
              <a:off x="5013125" y="1532149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46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1FBC8F8-B7DA-6188-07DC-6FB2787DA2EB}"/>
                </a:ext>
              </a:extLst>
            </p:cNvPr>
            <p:cNvSpPr/>
            <p:nvPr/>
          </p:nvSpPr>
          <p:spPr>
            <a:xfrm>
              <a:off x="8200842" y="2114423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9BF5213-785F-26BD-2015-106592477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87590" y="2192772"/>
              <a:ext cx="644220" cy="446297"/>
            </a:xfrm>
            <a:prstGeom prst="rect">
              <a:avLst/>
            </a:prstGeom>
          </p:spPr>
        </p:pic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9D9E3F8A-9261-F913-21CD-A03C258EAF42}"/>
                </a:ext>
              </a:extLst>
            </p:cNvPr>
            <p:cNvSpPr/>
            <p:nvPr/>
          </p:nvSpPr>
          <p:spPr>
            <a:xfrm>
              <a:off x="7028006" y="1722658"/>
              <a:ext cx="241300" cy="1440120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1161686-1F59-9DD1-5B52-7A74146946BA}"/>
                </a:ext>
              </a:extLst>
            </p:cNvPr>
            <p:cNvCxnSpPr>
              <a:cxnSpLocks/>
            </p:cNvCxnSpPr>
            <p:nvPr/>
          </p:nvCxnSpPr>
          <p:spPr>
            <a:xfrm>
              <a:off x="2393771" y="1496161"/>
              <a:ext cx="21795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65EF6AE-FD6E-A828-9BDF-CCD1C37DB490}"/>
                </a:ext>
              </a:extLst>
            </p:cNvPr>
            <p:cNvCxnSpPr>
              <a:cxnSpLocks/>
            </p:cNvCxnSpPr>
            <p:nvPr/>
          </p:nvCxnSpPr>
          <p:spPr>
            <a:xfrm>
              <a:off x="4933782" y="2086350"/>
              <a:ext cx="1051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424B90D-4B5D-0A3B-CB57-E0C4BD967BD1}"/>
                </a:ext>
              </a:extLst>
            </p:cNvPr>
            <p:cNvCxnSpPr>
              <a:cxnSpLocks/>
            </p:cNvCxnSpPr>
            <p:nvPr/>
          </p:nvCxnSpPr>
          <p:spPr>
            <a:xfrm>
              <a:off x="2393771" y="3076937"/>
              <a:ext cx="461199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5A51CEB-ADA2-0CA7-E27A-FFE6E0DD6CD7}"/>
                </a:ext>
              </a:extLst>
            </p:cNvPr>
            <p:cNvCxnSpPr>
              <a:cxnSpLocks/>
            </p:cNvCxnSpPr>
            <p:nvPr/>
          </p:nvCxnSpPr>
          <p:spPr>
            <a:xfrm>
              <a:off x="7269306" y="3076937"/>
              <a:ext cx="19148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F03D8C9F-0B01-C839-020A-D2E6C83A85DF}"/>
                </a:ext>
              </a:extLst>
            </p:cNvPr>
            <p:cNvSpPr/>
            <p:nvPr/>
          </p:nvSpPr>
          <p:spPr>
            <a:xfrm>
              <a:off x="9218558" y="2068990"/>
              <a:ext cx="241300" cy="1105807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A04A112-56F5-C364-97E7-EE5E50A5181C}"/>
                </a:ext>
              </a:extLst>
            </p:cNvPr>
            <p:cNvSpPr/>
            <p:nvPr/>
          </p:nvSpPr>
          <p:spPr>
            <a:xfrm>
              <a:off x="10306961" y="2295880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2D4B9D3-B89C-149A-8FB3-9B3889722E68}"/>
                </a:ext>
              </a:extLst>
            </p:cNvPr>
            <p:cNvCxnSpPr>
              <a:cxnSpLocks/>
              <a:stCxn id="27" idx="1"/>
              <a:endCxn id="28" idx="1"/>
            </p:cNvCxnSpPr>
            <p:nvPr/>
          </p:nvCxnSpPr>
          <p:spPr>
            <a:xfrm>
              <a:off x="9459858" y="2621894"/>
              <a:ext cx="847103" cy="2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3F7A77-E0EA-181E-E6B3-B1480921B62D}"/>
                </a:ext>
              </a:extLst>
            </p:cNvPr>
            <p:cNvSpPr txBox="1"/>
            <p:nvPr/>
          </p:nvSpPr>
          <p:spPr>
            <a:xfrm>
              <a:off x="9413768" y="2086350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32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28F70AC-16F9-D516-7552-BA87887F4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40017" y="2426811"/>
              <a:ext cx="674982" cy="39016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AA26E29-42AE-C4ED-185F-C8A76A8BAC63}"/>
                </a:ext>
              </a:extLst>
            </p:cNvPr>
            <p:cNvSpPr/>
            <p:nvPr/>
          </p:nvSpPr>
          <p:spPr>
            <a:xfrm>
              <a:off x="1396878" y="4682906"/>
              <a:ext cx="983291" cy="6796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1470A70-D6EB-54E0-30D7-983C25D241BA}"/>
                </a:ext>
              </a:extLst>
            </p:cNvPr>
            <p:cNvSpPr/>
            <p:nvPr/>
          </p:nvSpPr>
          <p:spPr>
            <a:xfrm>
              <a:off x="3445652" y="3938130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F3531D-A241-FF99-28AF-B44EFBB1217C}"/>
                </a:ext>
              </a:extLst>
            </p:cNvPr>
            <p:cNvSpPr txBox="1"/>
            <p:nvPr/>
          </p:nvSpPr>
          <p:spPr>
            <a:xfrm>
              <a:off x="2476113" y="3639356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65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F3F0AD5-398B-DB51-88A9-D8079C6BAD07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>
              <a:off x="4738833" y="4505576"/>
              <a:ext cx="9315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012DBF-6536-EE5A-E001-1CC5F5409B47}"/>
                </a:ext>
              </a:extLst>
            </p:cNvPr>
            <p:cNvSpPr txBox="1"/>
            <p:nvPr/>
          </p:nvSpPr>
          <p:spPr>
            <a:xfrm>
              <a:off x="4738833" y="3941286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66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699CD22-96EE-E852-E067-CF31A9BE353F}"/>
                </a:ext>
              </a:extLst>
            </p:cNvPr>
            <p:cNvSpPr/>
            <p:nvPr/>
          </p:nvSpPr>
          <p:spPr>
            <a:xfrm>
              <a:off x="5670369" y="4177281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0238FBF9-443C-5C41-E2CD-D892B28CCD2F}"/>
                </a:ext>
              </a:extLst>
            </p:cNvPr>
            <p:cNvSpPr/>
            <p:nvPr/>
          </p:nvSpPr>
          <p:spPr>
            <a:xfrm>
              <a:off x="4497533" y="3785516"/>
              <a:ext cx="241300" cy="1440120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5B6A7AD-24D9-EC62-F7CA-4997CA0E3B53}"/>
                </a:ext>
              </a:extLst>
            </p:cNvPr>
            <p:cNvCxnSpPr>
              <a:cxnSpLocks/>
            </p:cNvCxnSpPr>
            <p:nvPr/>
          </p:nvCxnSpPr>
          <p:spPr>
            <a:xfrm>
              <a:off x="2386970" y="5009150"/>
              <a:ext cx="20351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0B491E2-2BC6-40B9-05C1-D6FF9DD5AF5C}"/>
                </a:ext>
              </a:extLst>
            </p:cNvPr>
            <p:cNvCxnSpPr>
              <a:cxnSpLocks/>
            </p:cNvCxnSpPr>
            <p:nvPr/>
          </p:nvCxnSpPr>
          <p:spPr>
            <a:xfrm>
              <a:off x="4738833" y="5024201"/>
              <a:ext cx="19148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96E87567-0C51-E0E3-C0D6-386598A282DC}"/>
                </a:ext>
              </a:extLst>
            </p:cNvPr>
            <p:cNvSpPr/>
            <p:nvPr/>
          </p:nvSpPr>
          <p:spPr>
            <a:xfrm>
              <a:off x="6688085" y="4131848"/>
              <a:ext cx="241300" cy="1105807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3623B7E-DF22-A2CB-6C14-E6214A7F5AB0}"/>
                </a:ext>
              </a:extLst>
            </p:cNvPr>
            <p:cNvSpPr/>
            <p:nvPr/>
          </p:nvSpPr>
          <p:spPr>
            <a:xfrm>
              <a:off x="7776488" y="4358738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052B647-13A2-D88B-C94E-E84FBD21E1C1}"/>
                </a:ext>
              </a:extLst>
            </p:cNvPr>
            <p:cNvCxnSpPr>
              <a:cxnSpLocks/>
              <a:stCxn id="46" idx="1"/>
              <a:endCxn id="47" idx="1"/>
            </p:cNvCxnSpPr>
            <p:nvPr/>
          </p:nvCxnSpPr>
          <p:spPr>
            <a:xfrm>
              <a:off x="6929385" y="4684752"/>
              <a:ext cx="847103" cy="2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704421-C20F-07B0-3881-C72499AA79BE}"/>
                </a:ext>
              </a:extLst>
            </p:cNvPr>
            <p:cNvSpPr txBox="1"/>
            <p:nvPr/>
          </p:nvSpPr>
          <p:spPr>
            <a:xfrm>
              <a:off x="6883295" y="4149208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56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00D8BA1-5E5C-4C12-42B3-EC2BF5190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02804" y="4050300"/>
              <a:ext cx="295371" cy="43225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B28678B-B46F-205F-41E6-64C592BCD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14871" y="4771451"/>
              <a:ext cx="547303" cy="555922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D0B784D-2983-FD83-0B6C-FB8D50523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41512" y="4215971"/>
              <a:ext cx="659945" cy="547396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971A38A-5CAC-613C-ACB7-0813D4F80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28798" y="4495188"/>
              <a:ext cx="694793" cy="457932"/>
            </a:xfrm>
            <a:prstGeom prst="rect">
              <a:avLst/>
            </a:prstGeom>
          </p:spPr>
        </p:pic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3CBB1D38-2E7A-8F3C-372D-3ACB08D8FC8E}"/>
                </a:ext>
              </a:extLst>
            </p:cNvPr>
            <p:cNvCxnSpPr>
              <a:stCxn id="5" idx="1"/>
              <a:endCxn id="38" idx="1"/>
            </p:cNvCxnSpPr>
            <p:nvPr/>
          </p:nvCxnSpPr>
          <p:spPr>
            <a:xfrm rot="10800000" flipH="1" flipV="1">
              <a:off x="1410480" y="2295879"/>
              <a:ext cx="2035172" cy="1970545"/>
            </a:xfrm>
            <a:prstGeom prst="bentConnector3">
              <a:avLst>
                <a:gd name="adj1" fmla="val -1123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1D4C0EC-B467-AA6F-3EBB-F56A9C4F8803}"/>
                </a:ext>
              </a:extLst>
            </p:cNvPr>
            <p:cNvSpPr txBox="1"/>
            <p:nvPr/>
          </p:nvSpPr>
          <p:spPr>
            <a:xfrm>
              <a:off x="2475204" y="1726103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203AAB5-F598-1716-FB33-A211F1D5C987}"/>
                </a:ext>
              </a:extLst>
            </p:cNvPr>
            <p:cNvSpPr txBox="1"/>
            <p:nvPr/>
          </p:nvSpPr>
          <p:spPr>
            <a:xfrm>
              <a:off x="10069410" y="908635"/>
              <a:ext cx="14189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Wild-type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439E6BE-FE63-DD4D-9B1A-7A11DFA9D51F}"/>
                </a:ext>
              </a:extLst>
            </p:cNvPr>
            <p:cNvSpPr txBox="1"/>
            <p:nvPr/>
          </p:nvSpPr>
          <p:spPr>
            <a:xfrm>
              <a:off x="10393734" y="3500144"/>
              <a:ext cx="10454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AngsanaUPC" panose="020B0502040204020203" pitchFamily="18" charset="-34"/>
                  <a:cs typeface="AngsanaUPC" panose="020B0502040204020203" pitchFamily="18" charset="-34"/>
                </a:defRPr>
              </a:lvl1pPr>
            </a:lstStyle>
            <a:p>
              <a:r>
                <a:rPr lang="en-US" sz="3600" dirty="0"/>
                <a:t>Cancer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6983541-2673-EF04-D430-5EDB6B6F3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60947" b="78143"/>
            <a:stretch/>
          </p:blipFill>
          <p:spPr>
            <a:xfrm>
              <a:off x="10455103" y="2364234"/>
              <a:ext cx="251585" cy="9754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8F43274-D017-C3E2-2001-1269E4AD4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60947" b="78143"/>
            <a:stretch/>
          </p:blipFill>
          <p:spPr>
            <a:xfrm>
              <a:off x="7912595" y="4416239"/>
              <a:ext cx="321036" cy="124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83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D390E860-FD94-14E2-85E7-9C94B52E4FC7}"/>
              </a:ext>
            </a:extLst>
          </p:cNvPr>
          <p:cNvGrpSpPr/>
          <p:nvPr/>
        </p:nvGrpSpPr>
        <p:grpSpPr>
          <a:xfrm>
            <a:off x="868218" y="881898"/>
            <a:ext cx="10704947" cy="4628823"/>
            <a:chOff x="868218" y="881898"/>
            <a:chExt cx="10704947" cy="46288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3F63A2-96C6-B28C-557F-853B8AEBF267}"/>
                </a:ext>
              </a:extLst>
            </p:cNvPr>
            <p:cNvSpPr/>
            <p:nvPr/>
          </p:nvSpPr>
          <p:spPr>
            <a:xfrm>
              <a:off x="960582" y="969818"/>
              <a:ext cx="10510983" cy="4473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DA6375F-8BA3-82EB-7079-6CF9EE26832E}"/>
                </a:ext>
              </a:extLst>
            </p:cNvPr>
            <p:cNvSpPr/>
            <p:nvPr/>
          </p:nvSpPr>
          <p:spPr>
            <a:xfrm>
              <a:off x="868219" y="3527833"/>
              <a:ext cx="10704946" cy="198288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BDA17BD-95A0-0C8F-3F6C-C6BB486B2741}"/>
                </a:ext>
              </a:extLst>
            </p:cNvPr>
            <p:cNvSpPr/>
            <p:nvPr/>
          </p:nvSpPr>
          <p:spPr>
            <a:xfrm>
              <a:off x="868218" y="881898"/>
              <a:ext cx="10704947" cy="264977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C72C43-60CB-1E50-E0DA-52EBD22F6FB3}"/>
                </a:ext>
              </a:extLst>
            </p:cNvPr>
            <p:cNvSpPr/>
            <p:nvPr/>
          </p:nvSpPr>
          <p:spPr>
            <a:xfrm>
              <a:off x="1440501" y="2750693"/>
              <a:ext cx="983291" cy="6796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AD06739-B946-9A20-A8DD-88FAF434FFAB}"/>
                </a:ext>
              </a:extLst>
            </p:cNvPr>
            <p:cNvSpPr/>
            <p:nvPr/>
          </p:nvSpPr>
          <p:spPr>
            <a:xfrm>
              <a:off x="1447302" y="1956033"/>
              <a:ext cx="983291" cy="6796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6B3067-32A1-C130-3A00-306165BC9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6690" y="2014322"/>
              <a:ext cx="546268" cy="53226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629417-B1E1-18A1-34DE-F385C3A7C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2024" y="2808983"/>
              <a:ext cx="609527" cy="52675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A1FA356-4E63-2D90-B226-E2038511AF2F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430593" y="2295880"/>
              <a:ext cx="1051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F9655ED-2BDC-1B47-D197-54A2152BC451}"/>
                </a:ext>
              </a:extLst>
            </p:cNvPr>
            <p:cNvSpPr/>
            <p:nvPr/>
          </p:nvSpPr>
          <p:spPr>
            <a:xfrm>
              <a:off x="3482474" y="1979137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F891FF-D3D9-8538-402A-5160541D6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6308" y="2122942"/>
              <a:ext cx="468411" cy="34026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0A2FB0-E662-72A6-69B9-7EBE1A59BAD8}"/>
                </a:ext>
              </a:extLst>
            </p:cNvPr>
            <p:cNvSpPr txBox="1"/>
            <p:nvPr/>
          </p:nvSpPr>
          <p:spPr>
            <a:xfrm>
              <a:off x="2483116" y="929997"/>
              <a:ext cx="205857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From experiment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42EBBCD-31BE-2342-0065-C97374FECFF4}"/>
                </a:ext>
              </a:extLst>
            </p:cNvPr>
            <p:cNvSpPr/>
            <p:nvPr/>
          </p:nvSpPr>
          <p:spPr>
            <a:xfrm>
              <a:off x="1447302" y="1182227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E9CCD2C-EA60-B010-18CC-27CC5EA34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41537" y="1250099"/>
              <a:ext cx="500466" cy="492125"/>
            </a:xfrm>
            <a:prstGeom prst="rect">
              <a:avLst/>
            </a:prstGeom>
          </p:spPr>
        </p:pic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191B1D92-F78D-2D11-9F07-ACC921A88BC7}"/>
                </a:ext>
              </a:extLst>
            </p:cNvPr>
            <p:cNvSpPr/>
            <p:nvPr/>
          </p:nvSpPr>
          <p:spPr>
            <a:xfrm>
              <a:off x="4729304" y="1423682"/>
              <a:ext cx="241300" cy="1327011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601573B-21D9-4C5F-4D1F-369B005FABD3}"/>
                </a:ext>
              </a:extLst>
            </p:cNvPr>
            <p:cNvSpPr/>
            <p:nvPr/>
          </p:nvSpPr>
          <p:spPr>
            <a:xfrm>
              <a:off x="6011784" y="1788629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1ADD673-7911-9DC5-D48C-C1DBC1679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1572" y="1846435"/>
              <a:ext cx="541778" cy="527887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86BECF1-9AE0-B673-F375-DF22BEAA07D1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>
              <a:off x="7306128" y="2442718"/>
              <a:ext cx="9315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CD5AF3-EAC9-CF0F-A7A0-FC4E45495629}"/>
                </a:ext>
              </a:extLst>
            </p:cNvPr>
            <p:cNvSpPr txBox="1"/>
            <p:nvPr/>
          </p:nvSpPr>
          <p:spPr>
            <a:xfrm>
              <a:off x="7306128" y="1878428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0487F2-B571-F4E0-D6F6-8069952CAED3}"/>
                </a:ext>
              </a:extLst>
            </p:cNvPr>
            <p:cNvSpPr txBox="1"/>
            <p:nvPr/>
          </p:nvSpPr>
          <p:spPr>
            <a:xfrm>
              <a:off x="5049947" y="1532149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46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1FBC8F8-B7DA-6188-07DC-6FB2787DA2EB}"/>
                </a:ext>
              </a:extLst>
            </p:cNvPr>
            <p:cNvSpPr/>
            <p:nvPr/>
          </p:nvSpPr>
          <p:spPr>
            <a:xfrm>
              <a:off x="8237664" y="2114423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9BF5213-785F-26BD-2015-106592477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24412" y="2192772"/>
              <a:ext cx="644220" cy="446297"/>
            </a:xfrm>
            <a:prstGeom prst="rect">
              <a:avLst/>
            </a:prstGeom>
          </p:spPr>
        </p:pic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9D9E3F8A-9261-F913-21CD-A03C258EAF42}"/>
                </a:ext>
              </a:extLst>
            </p:cNvPr>
            <p:cNvSpPr/>
            <p:nvPr/>
          </p:nvSpPr>
          <p:spPr>
            <a:xfrm>
              <a:off x="7064828" y="1722658"/>
              <a:ext cx="241300" cy="1440120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1161686-1F59-9DD1-5B52-7A74146946BA}"/>
                </a:ext>
              </a:extLst>
            </p:cNvPr>
            <p:cNvCxnSpPr>
              <a:cxnSpLocks/>
            </p:cNvCxnSpPr>
            <p:nvPr/>
          </p:nvCxnSpPr>
          <p:spPr>
            <a:xfrm>
              <a:off x="2430593" y="1496161"/>
              <a:ext cx="21795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65EF6AE-FD6E-A828-9BDF-CCD1C37DB490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04" y="2086350"/>
              <a:ext cx="1051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424B90D-4B5D-0A3B-CB57-E0C4BD967BD1}"/>
                </a:ext>
              </a:extLst>
            </p:cNvPr>
            <p:cNvCxnSpPr>
              <a:cxnSpLocks/>
            </p:cNvCxnSpPr>
            <p:nvPr/>
          </p:nvCxnSpPr>
          <p:spPr>
            <a:xfrm>
              <a:off x="2430593" y="3076937"/>
              <a:ext cx="461199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5A51CEB-ADA2-0CA7-E27A-FFE6E0DD6CD7}"/>
                </a:ext>
              </a:extLst>
            </p:cNvPr>
            <p:cNvCxnSpPr>
              <a:cxnSpLocks/>
            </p:cNvCxnSpPr>
            <p:nvPr/>
          </p:nvCxnSpPr>
          <p:spPr>
            <a:xfrm>
              <a:off x="7306128" y="3076937"/>
              <a:ext cx="19148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F03D8C9F-0B01-C839-020A-D2E6C83A85DF}"/>
                </a:ext>
              </a:extLst>
            </p:cNvPr>
            <p:cNvSpPr/>
            <p:nvPr/>
          </p:nvSpPr>
          <p:spPr>
            <a:xfrm>
              <a:off x="9255380" y="2068990"/>
              <a:ext cx="241300" cy="1105807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A04A112-56F5-C364-97E7-EE5E50A5181C}"/>
                </a:ext>
              </a:extLst>
            </p:cNvPr>
            <p:cNvSpPr/>
            <p:nvPr/>
          </p:nvSpPr>
          <p:spPr>
            <a:xfrm>
              <a:off x="10343783" y="2295880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2D4B9D3-B89C-149A-8FB3-9B3889722E68}"/>
                </a:ext>
              </a:extLst>
            </p:cNvPr>
            <p:cNvCxnSpPr>
              <a:cxnSpLocks/>
              <a:stCxn id="27" idx="1"/>
              <a:endCxn id="28" idx="1"/>
            </p:cNvCxnSpPr>
            <p:nvPr/>
          </p:nvCxnSpPr>
          <p:spPr>
            <a:xfrm>
              <a:off x="9496680" y="2621894"/>
              <a:ext cx="847103" cy="2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3F7A77-E0EA-181E-E6B3-B1480921B62D}"/>
                </a:ext>
              </a:extLst>
            </p:cNvPr>
            <p:cNvSpPr txBox="1"/>
            <p:nvPr/>
          </p:nvSpPr>
          <p:spPr>
            <a:xfrm>
              <a:off x="9450590" y="2086350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32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28F70AC-16F9-D516-7552-BA87887F4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76839" y="2426811"/>
              <a:ext cx="674982" cy="39016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AA26E29-42AE-C4ED-185F-C8A76A8BAC63}"/>
                </a:ext>
              </a:extLst>
            </p:cNvPr>
            <p:cNvSpPr/>
            <p:nvPr/>
          </p:nvSpPr>
          <p:spPr>
            <a:xfrm>
              <a:off x="1433700" y="4682906"/>
              <a:ext cx="983291" cy="6796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1470A70-D6EB-54E0-30D7-983C25D241BA}"/>
                </a:ext>
              </a:extLst>
            </p:cNvPr>
            <p:cNvSpPr/>
            <p:nvPr/>
          </p:nvSpPr>
          <p:spPr>
            <a:xfrm>
              <a:off x="3482474" y="3938130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F3531D-A241-FF99-28AF-B44EFBB1217C}"/>
                </a:ext>
              </a:extLst>
            </p:cNvPr>
            <p:cNvSpPr txBox="1"/>
            <p:nvPr/>
          </p:nvSpPr>
          <p:spPr>
            <a:xfrm>
              <a:off x="2512935" y="3639356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65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F3F0AD5-398B-DB51-88A9-D8079C6BAD07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>
              <a:off x="4775655" y="4505576"/>
              <a:ext cx="9315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012DBF-6536-EE5A-E001-1CC5F5409B47}"/>
                </a:ext>
              </a:extLst>
            </p:cNvPr>
            <p:cNvSpPr txBox="1"/>
            <p:nvPr/>
          </p:nvSpPr>
          <p:spPr>
            <a:xfrm>
              <a:off x="4775655" y="3941286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66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699CD22-96EE-E852-E067-CF31A9BE353F}"/>
                </a:ext>
              </a:extLst>
            </p:cNvPr>
            <p:cNvSpPr/>
            <p:nvPr/>
          </p:nvSpPr>
          <p:spPr>
            <a:xfrm>
              <a:off x="5707191" y="4177281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0238FBF9-443C-5C41-E2CD-D892B28CCD2F}"/>
                </a:ext>
              </a:extLst>
            </p:cNvPr>
            <p:cNvSpPr/>
            <p:nvPr/>
          </p:nvSpPr>
          <p:spPr>
            <a:xfrm>
              <a:off x="4534355" y="3785516"/>
              <a:ext cx="241300" cy="1440120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5B6A7AD-24D9-EC62-F7CA-4997CA0E3B53}"/>
                </a:ext>
              </a:extLst>
            </p:cNvPr>
            <p:cNvCxnSpPr>
              <a:cxnSpLocks/>
            </p:cNvCxnSpPr>
            <p:nvPr/>
          </p:nvCxnSpPr>
          <p:spPr>
            <a:xfrm>
              <a:off x="2423792" y="5009150"/>
              <a:ext cx="20351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0B491E2-2BC6-40B9-05C1-D6FF9DD5AF5C}"/>
                </a:ext>
              </a:extLst>
            </p:cNvPr>
            <p:cNvCxnSpPr>
              <a:cxnSpLocks/>
            </p:cNvCxnSpPr>
            <p:nvPr/>
          </p:nvCxnSpPr>
          <p:spPr>
            <a:xfrm>
              <a:off x="4775655" y="5024201"/>
              <a:ext cx="19148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96E87567-0C51-E0E3-C0D6-386598A282DC}"/>
                </a:ext>
              </a:extLst>
            </p:cNvPr>
            <p:cNvSpPr/>
            <p:nvPr/>
          </p:nvSpPr>
          <p:spPr>
            <a:xfrm>
              <a:off x="6724907" y="4131848"/>
              <a:ext cx="241300" cy="1105807"/>
            </a:xfrm>
            <a:prstGeom prst="rightBrace">
              <a:avLst>
                <a:gd name="adj1" fmla="val 2675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3623B7E-DF22-A2CB-6C14-E6214A7F5AB0}"/>
                </a:ext>
              </a:extLst>
            </p:cNvPr>
            <p:cNvSpPr/>
            <p:nvPr/>
          </p:nvSpPr>
          <p:spPr>
            <a:xfrm>
              <a:off x="7813310" y="4358738"/>
              <a:ext cx="983291" cy="6565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052B647-13A2-D88B-C94E-E84FBD21E1C1}"/>
                </a:ext>
              </a:extLst>
            </p:cNvPr>
            <p:cNvCxnSpPr>
              <a:cxnSpLocks/>
              <a:stCxn id="46" idx="1"/>
              <a:endCxn id="47" idx="1"/>
            </p:cNvCxnSpPr>
            <p:nvPr/>
          </p:nvCxnSpPr>
          <p:spPr>
            <a:xfrm>
              <a:off x="6966207" y="4684752"/>
              <a:ext cx="847103" cy="2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704421-C20F-07B0-3881-C72499AA79BE}"/>
                </a:ext>
              </a:extLst>
            </p:cNvPr>
            <p:cNvSpPr txBox="1"/>
            <p:nvPr/>
          </p:nvSpPr>
          <p:spPr>
            <a:xfrm>
              <a:off x="6920117" y="4149208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56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00D8BA1-5E5C-4C12-42B3-EC2BF5190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39626" y="4050300"/>
              <a:ext cx="295371" cy="43225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B28678B-B46F-205F-41E6-64C592BCD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51693" y="4771451"/>
              <a:ext cx="547303" cy="555922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D0B784D-2983-FD83-0B6C-FB8D50523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78334" y="4215971"/>
              <a:ext cx="659945" cy="547396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971A38A-5CAC-613C-ACB7-0813D4F80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65620" y="4495188"/>
              <a:ext cx="694793" cy="457932"/>
            </a:xfrm>
            <a:prstGeom prst="rect">
              <a:avLst/>
            </a:prstGeom>
          </p:spPr>
        </p:pic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3CBB1D38-2E7A-8F3C-372D-3ACB08D8FC8E}"/>
                </a:ext>
              </a:extLst>
            </p:cNvPr>
            <p:cNvCxnSpPr>
              <a:stCxn id="5" idx="1"/>
              <a:endCxn id="38" idx="1"/>
            </p:cNvCxnSpPr>
            <p:nvPr/>
          </p:nvCxnSpPr>
          <p:spPr>
            <a:xfrm rot="10800000" flipH="1" flipV="1">
              <a:off x="1447302" y="2295879"/>
              <a:ext cx="2035172" cy="1970545"/>
            </a:xfrm>
            <a:prstGeom prst="bentConnector3">
              <a:avLst>
                <a:gd name="adj1" fmla="val -1123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1D4C0EC-B467-AA6F-3EBB-F56A9C4F8803}"/>
                </a:ext>
              </a:extLst>
            </p:cNvPr>
            <p:cNvSpPr txBox="1"/>
            <p:nvPr/>
          </p:nvSpPr>
          <p:spPr>
            <a:xfrm>
              <a:off x="2512026" y="1726103"/>
              <a:ext cx="8931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Eq. 41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203AAB5-F598-1716-FB33-A211F1D5C987}"/>
                </a:ext>
              </a:extLst>
            </p:cNvPr>
            <p:cNvSpPr txBox="1"/>
            <p:nvPr/>
          </p:nvSpPr>
          <p:spPr>
            <a:xfrm>
              <a:off x="10106232" y="908635"/>
              <a:ext cx="14189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AngsanaUPC" panose="020B0502040204020203" pitchFamily="18" charset="-34"/>
                  <a:cs typeface="AngsanaUPC" panose="020B0502040204020203" pitchFamily="18" charset="-34"/>
                </a:rPr>
                <a:t>Wild-type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439E6BE-FE63-DD4D-9B1A-7A11DFA9D51F}"/>
                </a:ext>
              </a:extLst>
            </p:cNvPr>
            <p:cNvSpPr txBox="1"/>
            <p:nvPr/>
          </p:nvSpPr>
          <p:spPr>
            <a:xfrm>
              <a:off x="10430556" y="3500144"/>
              <a:ext cx="10454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AngsanaUPC" panose="020B0502040204020203" pitchFamily="18" charset="-34"/>
                  <a:cs typeface="AngsanaUPC" panose="020B0502040204020203" pitchFamily="18" charset="-34"/>
                </a:defRPr>
              </a:lvl1pPr>
            </a:lstStyle>
            <a:p>
              <a:r>
                <a:rPr lang="en-US" sz="3600" dirty="0"/>
                <a:t>Cancer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378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AngsanaUPC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45</cp:revision>
  <dcterms:created xsi:type="dcterms:W3CDTF">2025-02-19T15:13:46Z</dcterms:created>
  <dcterms:modified xsi:type="dcterms:W3CDTF">2025-06-21T19:10:01Z</dcterms:modified>
</cp:coreProperties>
</file>