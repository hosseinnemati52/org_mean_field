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AE56"/>
    <a:srgbClr val="7DFFB6"/>
    <a:srgbClr val="00B5EB"/>
    <a:srgbClr val="8000FF"/>
    <a:srgbClr val="D7D7D7"/>
    <a:srgbClr val="FF0905"/>
    <a:srgbClr val="FDB763"/>
    <a:srgbClr val="87FFAF"/>
    <a:srgbClr val="11A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89" autoAdjust="0"/>
    <p:restoredTop sz="94660"/>
  </p:normalViewPr>
  <p:slideViewPr>
    <p:cSldViewPr snapToGrid="0">
      <p:cViewPr>
        <p:scale>
          <a:sx n="100" d="100"/>
          <a:sy n="100" d="100"/>
        </p:scale>
        <p:origin x="2772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5BFE-0122-2934-5D3D-9151801D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F7633-D1CB-CA58-46CC-4B73FD9A6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F1357-8198-1B58-3594-01FD8F77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5A44-6780-E00B-852E-5D6DD963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A65D4-13FB-23D3-898F-55CD5EDC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1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74EB-F148-C2F9-25D6-5BC431A3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0A66-177E-4653-8E4B-CC1EEB98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421E-0093-0201-AE94-011C8427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40BF-4B3B-BD5A-7991-14DD3D5A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F7613-00B8-4A7E-9FD4-4F1F9A7C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5B40-FAB0-1E36-56D6-7073230B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AFCD6-05EB-7D97-21DE-E8340026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20B82-03B1-2D11-75B0-5106FE74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89258-D29A-37B3-D15F-075334A7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544CF-F989-2F5C-CBFF-42E49D05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5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2C28-3828-A980-9D42-611E609C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7FC19-D76B-18C3-D8DD-6310E94B7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9D849-EE24-5732-A819-54ED1D809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1BA8D-15B7-DA7E-4B67-A031B377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ED4F8-6BB5-4899-54AD-30B830DD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94DEC-AA81-E11A-2AF7-C3715EDA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4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3DEC-7F9D-38ED-AF0D-E4926B34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93DB9-228A-A95B-0A36-99B19CB61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44D37-6266-0CC5-81F2-E8624199F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1CB36-C884-179F-2270-987BE783A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0A048-8C25-9EBC-520D-87CD16B5F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3C993-CC3E-E2D8-ED53-F8BB56A9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4DC03-9EA3-57DE-6F72-D52536C1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679CD-66E4-7A85-5E76-9D7793B3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4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DFD9-1D32-17FA-0EF1-8E708FA4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EC03F-0885-381D-1E1E-4E82CBAF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F1686-B9B2-3AAF-B441-95D2E07A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EFF11-0248-B8AD-BC8B-86847DD2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A43FB-C9CB-F5B3-0CCE-0629D615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2994D-39D8-C10C-A160-94673464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306D-87E6-4929-B679-4786FC57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7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DC42-3107-0563-0BBD-C3FBBA2D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F185-58AA-2DD3-E5D2-586DBE32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5B344-2C5A-A586-F9DC-1E6A38EED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A36BB-E905-92D4-B133-FD281D8A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17D-9831-6666-2B3D-5AC7DEBD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D6E67-2FBB-7ECA-04DF-25E6BB63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4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E4B4-1169-B4B7-F4A5-224A703A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6DAC0-9164-1663-2BE5-35F01C90A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1BC30-6DD6-DCB4-D947-D3CCE38BC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72AFD-D68B-5404-28DB-768EA0AC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6881-276D-208B-40ED-9C2E2E33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23007-AEC4-0F9F-E18C-CB706CEA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FA2B-16AD-C000-9398-1239BDC1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2C57B-DD26-119E-312F-FB07CBBBA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90A8-2F01-D83B-252D-49598DC0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F707-B775-9EA9-2232-4101B5EA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2D12-4717-0548-CD2F-7DB14B94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4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9A5C1-1691-0BFA-E3B4-02514CD38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750AB-2791-12DE-9D79-131ECDBDE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27A01-3E82-4A28-4C54-DB052807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DE05-96DE-3A5E-FA2D-21089EE5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CEACE-3F54-2122-3A18-A8F52E1D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7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2811-5746-361B-8B18-B9A5DFB4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D2F2-9DA3-8181-613D-A11F8DB2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D539B-89CC-3D92-DC74-7173E447C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094F5-91F8-4593-B4B8-48E3018111F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43ECE-1D35-88B5-AFA8-EC3199704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06D19-C958-23EE-37D4-3CDF9BD95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3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D91E689-EB1C-97E4-8ADE-D360A420C002}"/>
              </a:ext>
            </a:extLst>
          </p:cNvPr>
          <p:cNvGrpSpPr/>
          <p:nvPr/>
        </p:nvGrpSpPr>
        <p:grpSpPr>
          <a:xfrm>
            <a:off x="406400" y="153388"/>
            <a:ext cx="10604500" cy="6551224"/>
            <a:chOff x="406400" y="153388"/>
            <a:chExt cx="10604500" cy="655122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4EEA73-67BB-FCB2-A22B-265F2F4AF362}"/>
                </a:ext>
              </a:extLst>
            </p:cNvPr>
            <p:cNvSpPr/>
            <p:nvPr/>
          </p:nvSpPr>
          <p:spPr>
            <a:xfrm>
              <a:off x="406400" y="153388"/>
              <a:ext cx="10604500" cy="6551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34BEB3-0EF2-2951-9A24-0A2BF238A941}"/>
                </a:ext>
              </a:extLst>
            </p:cNvPr>
            <p:cNvGrpSpPr/>
            <p:nvPr/>
          </p:nvGrpSpPr>
          <p:grpSpPr>
            <a:xfrm>
              <a:off x="507445" y="359337"/>
              <a:ext cx="4823199" cy="3798505"/>
              <a:chOff x="1152151" y="2191802"/>
              <a:chExt cx="4458448" cy="351124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0EFE898-0BF8-29FA-48A1-461D3573A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1" y="2191802"/>
                <a:ext cx="4458448" cy="3511245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C2967156-75D6-DF81-7BDB-D6939C6BEE72}"/>
                  </a:ext>
                </a:extLst>
              </p:cNvPr>
              <p:cNvSpPr/>
              <p:nvPr/>
            </p:nvSpPr>
            <p:spPr>
              <a:xfrm rot="18900000">
                <a:off x="5189352" y="2421392"/>
                <a:ext cx="248518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72255D4-E184-1771-7AE3-6879B6A5C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0B5B69-4F98-6138-608A-95BAB6AE6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5369641" y="359337"/>
              <a:ext cx="1064601" cy="30873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C8E0E8-FD91-DE66-0444-EA895D168F6A}"/>
                </a:ext>
              </a:extLst>
            </p:cNvPr>
            <p:cNvGrpSpPr/>
            <p:nvPr/>
          </p:nvGrpSpPr>
          <p:grpSpPr>
            <a:xfrm>
              <a:off x="6688622" y="262447"/>
              <a:ext cx="4196226" cy="1550922"/>
              <a:chOff x="5717363" y="2191802"/>
              <a:chExt cx="3537360" cy="130740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3F20B2-D7EB-C924-B2F1-47E4D08F7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8384"/>
              <a:stretch/>
            </p:blipFill>
            <p:spPr>
              <a:xfrm>
                <a:off x="5717363" y="2191802"/>
                <a:ext cx="3537360" cy="1307405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0BB946-1F74-844F-17F7-E0BAFFB444E8}"/>
                  </a:ext>
                </a:extLst>
              </p:cNvPr>
              <p:cNvSpPr/>
              <p:nvPr/>
            </p:nvSpPr>
            <p:spPr>
              <a:xfrm>
                <a:off x="6585328" y="3446898"/>
                <a:ext cx="257932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69022D-714B-EE81-7E67-A19115E88AD3}"/>
                  </a:ext>
                </a:extLst>
              </p:cNvPr>
              <p:cNvSpPr/>
              <p:nvPr/>
            </p:nvSpPr>
            <p:spPr>
              <a:xfrm rot="19793059">
                <a:off x="8431120" y="2387522"/>
                <a:ext cx="180011" cy="814798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1A1B612-1B88-78C3-FD8B-10C564F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85522" y="2287278"/>
                <a:ext cx="234574" cy="206977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AF785E-0F24-02F9-4E4B-C9A269CCF974}"/>
                </a:ext>
              </a:extLst>
            </p:cNvPr>
            <p:cNvSpPr txBox="1"/>
            <p:nvPr/>
          </p:nvSpPr>
          <p:spPr>
            <a:xfrm>
              <a:off x="1637193" y="309896"/>
              <a:ext cx="526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(a)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3B491B-62CB-9090-9B6A-A5A46B024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83" r="2132" b="8133"/>
            <a:stretch/>
          </p:blipFill>
          <p:spPr>
            <a:xfrm>
              <a:off x="6774975" y="4279564"/>
              <a:ext cx="4041795" cy="2304008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0FBBE16-199C-FF70-5F1C-0F4A5767D07F}"/>
                </a:ext>
              </a:extLst>
            </p:cNvPr>
            <p:cNvGrpSpPr/>
            <p:nvPr/>
          </p:nvGrpSpPr>
          <p:grpSpPr>
            <a:xfrm>
              <a:off x="1154269" y="4279563"/>
              <a:ext cx="4859909" cy="1987004"/>
              <a:chOff x="1885950" y="4276724"/>
              <a:chExt cx="3273891" cy="1338551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ED852340-9D0B-2840-D6A9-DFE38E48F6C2}"/>
                  </a:ext>
                </a:extLst>
              </p:cNvPr>
              <p:cNvSpPr/>
              <p:nvPr/>
            </p:nvSpPr>
            <p:spPr>
              <a:xfrm>
                <a:off x="1885950" y="4276724"/>
                <a:ext cx="3273891" cy="1338551"/>
              </a:xfrm>
              <a:prstGeom prst="roundRect">
                <a:avLst>
                  <a:gd name="adj" fmla="val 3858"/>
                </a:avLst>
              </a:prstGeom>
              <a:solidFill>
                <a:schemeClr val="bg1"/>
              </a:solidFill>
              <a:ln>
                <a:solidFill>
                  <a:srgbClr val="D7D7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92BD68E-25AD-A832-01DD-7E3161911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077" t="8832" r="31888" b="69899"/>
              <a:stretch/>
            </p:blipFill>
            <p:spPr>
              <a:xfrm>
                <a:off x="2034801" y="4364213"/>
                <a:ext cx="2942165" cy="926306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CC15CAA-C94A-4377-9677-B81D8F66D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790" t="8342" r="39426" b="85545"/>
              <a:stretch/>
            </p:blipFill>
            <p:spPr>
              <a:xfrm>
                <a:off x="2003417" y="5290519"/>
                <a:ext cx="1096482" cy="266263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584CB0B-1D6A-EFD0-EEB6-E1E9101F8ADE}"/>
                  </a:ext>
                </a:extLst>
              </p:cNvPr>
              <p:cNvSpPr/>
              <p:nvPr/>
            </p:nvSpPr>
            <p:spPr>
              <a:xfrm>
                <a:off x="3393863" y="4645200"/>
                <a:ext cx="1614487" cy="8620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F9597B5-158B-0CE0-79D4-A3BA37C564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371" t="13675" r="31836" b="73001"/>
              <a:stretch/>
            </p:blipFill>
            <p:spPr>
              <a:xfrm>
                <a:off x="3291914" y="4324067"/>
                <a:ext cx="1685052" cy="580316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EF63AC0-EEA3-54E8-16CE-CD6FC6D2F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240" t="8832" r="2612" b="76004"/>
              <a:stretch/>
            </p:blipFill>
            <p:spPr>
              <a:xfrm>
                <a:off x="3502455" y="4827366"/>
                <a:ext cx="1577586" cy="660399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5238A5-5F7A-7D35-1A00-9C9A5B8CB4E2}"/>
                </a:ext>
              </a:extLst>
            </p:cNvPr>
            <p:cNvSpPr txBox="1"/>
            <p:nvPr/>
          </p:nvSpPr>
          <p:spPr>
            <a:xfrm>
              <a:off x="7723722" y="309896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(b)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72ED09-F7B8-6EDF-2F6F-1BBF59D93837}"/>
                </a:ext>
              </a:extLst>
            </p:cNvPr>
            <p:cNvSpPr txBox="1"/>
            <p:nvPr/>
          </p:nvSpPr>
          <p:spPr>
            <a:xfrm>
              <a:off x="7717664" y="4245752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(d)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32D57DA-966D-5641-1E19-9C865A479C3F}"/>
                </a:ext>
              </a:extLst>
            </p:cNvPr>
            <p:cNvGrpSpPr/>
            <p:nvPr/>
          </p:nvGrpSpPr>
          <p:grpSpPr>
            <a:xfrm>
              <a:off x="6687519" y="1903005"/>
              <a:ext cx="4112339" cy="2309064"/>
              <a:chOff x="1277631" y="1578853"/>
              <a:chExt cx="4112339" cy="2309064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DA8E8A9-A0A5-0A51-3BCC-9CEE157C5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035" r="1772" b="7275"/>
              <a:stretch/>
            </p:blipFill>
            <p:spPr>
              <a:xfrm>
                <a:off x="1277631" y="1635843"/>
                <a:ext cx="4112339" cy="2252074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EE9EDE-2A89-1A3C-65B9-E84DE8E42FAB}"/>
                  </a:ext>
                </a:extLst>
              </p:cNvPr>
              <p:cNvSpPr/>
              <p:nvPr/>
            </p:nvSpPr>
            <p:spPr>
              <a:xfrm>
                <a:off x="2343438" y="1793029"/>
                <a:ext cx="3019621" cy="457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645576F-BC88-F088-D437-B79E9A362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65065" y="1635843"/>
                <a:ext cx="0" cy="31202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3D5A759-D776-2709-6338-426D2B27F5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1161" y="1635843"/>
                <a:ext cx="0" cy="34768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8ED3826-9327-22A9-96BE-8D8F646285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63167" y="1635843"/>
                <a:ext cx="2997994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DAC1CB-4AD4-CBAB-0540-5A7E542A760E}"/>
                  </a:ext>
                </a:extLst>
              </p:cNvPr>
              <p:cNvSpPr txBox="1"/>
              <p:nvPr/>
            </p:nvSpPr>
            <p:spPr>
              <a:xfrm>
                <a:off x="2316527" y="1578853"/>
                <a:ext cx="5261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(c)</a:t>
                </a: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703EF0A-B90D-0AF9-D022-36503070045E}"/>
                </a:ext>
              </a:extLst>
            </p:cNvPr>
            <p:cNvSpPr/>
            <p:nvPr/>
          </p:nvSpPr>
          <p:spPr>
            <a:xfrm rot="12600000" flipH="1">
              <a:off x="10022130" y="2361435"/>
              <a:ext cx="254278" cy="997276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  <a:gd name="connsiteX0" fmla="*/ 193994 w 326765"/>
                <a:gd name="connsiteY0" fmla="*/ 0 h 768435"/>
                <a:gd name="connsiteX1" fmla="*/ 326765 w 326765"/>
                <a:gd name="connsiteY1" fmla="*/ 228916 h 768435"/>
                <a:gd name="connsiteX2" fmla="*/ 223360 w 326765"/>
                <a:gd name="connsiteY2" fmla="*/ 228916 h 768435"/>
                <a:gd name="connsiteX3" fmla="*/ 214640 w 326765"/>
                <a:gd name="connsiteY3" fmla="*/ 361658 h 768435"/>
                <a:gd name="connsiteX4" fmla="*/ 76462 w 326765"/>
                <a:gd name="connsiteY4" fmla="*/ 768435 h 768435"/>
                <a:gd name="connsiteX5" fmla="*/ 0 w 326765"/>
                <a:gd name="connsiteY5" fmla="*/ 758801 h 768435"/>
                <a:gd name="connsiteX6" fmla="*/ 131202 w 326765"/>
                <a:gd name="connsiteY6" fmla="*/ 350649 h 768435"/>
                <a:gd name="connsiteX7" fmla="*/ 139199 w 326765"/>
                <a:gd name="connsiteY7" fmla="*/ 228916 h 768435"/>
                <a:gd name="connsiteX8" fmla="*/ 61222 w 326765"/>
                <a:gd name="connsiteY8" fmla="*/ 228916 h 768435"/>
                <a:gd name="connsiteX9" fmla="*/ 193994 w 326765"/>
                <a:gd name="connsiteY9" fmla="*/ 0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6765" h="768435">
                  <a:moveTo>
                    <a:pt x="193994" y="0"/>
                  </a:moveTo>
                  <a:lnTo>
                    <a:pt x="326765" y="228916"/>
                  </a:lnTo>
                  <a:lnTo>
                    <a:pt x="223360" y="228916"/>
                  </a:lnTo>
                  <a:lnTo>
                    <a:pt x="214640" y="361658"/>
                  </a:lnTo>
                  <a:cubicBezTo>
                    <a:pt x="195784" y="504541"/>
                    <a:pt x="149005" y="642820"/>
                    <a:pt x="76462" y="768435"/>
                  </a:cubicBezTo>
                  <a:cubicBezTo>
                    <a:pt x="52168" y="754406"/>
                    <a:pt x="24294" y="772830"/>
                    <a:pt x="0" y="758801"/>
                  </a:cubicBezTo>
                  <a:cubicBezTo>
                    <a:pt x="67001" y="642784"/>
                    <a:pt x="113787" y="482615"/>
                    <a:pt x="131202" y="350649"/>
                  </a:cubicBezTo>
                  <a:lnTo>
                    <a:pt x="139199" y="228916"/>
                  </a:lnTo>
                  <a:lnTo>
                    <a:pt x="61222" y="228916"/>
                  </a:lnTo>
                  <a:lnTo>
                    <a:pt x="193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87A47AA-422A-712B-6845-68EAB6C13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9561582" y="3224832"/>
              <a:ext cx="292741" cy="258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873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FDE4F5E3-6828-A052-4DB4-116B08058B87}"/>
              </a:ext>
            </a:extLst>
          </p:cNvPr>
          <p:cNvGrpSpPr/>
          <p:nvPr/>
        </p:nvGrpSpPr>
        <p:grpSpPr>
          <a:xfrm>
            <a:off x="406400" y="153388"/>
            <a:ext cx="10604500" cy="6551224"/>
            <a:chOff x="406400" y="153388"/>
            <a:chExt cx="10604500" cy="655122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4EEA73-67BB-FCB2-A22B-265F2F4AF362}"/>
                </a:ext>
              </a:extLst>
            </p:cNvPr>
            <p:cNvSpPr/>
            <p:nvPr/>
          </p:nvSpPr>
          <p:spPr>
            <a:xfrm>
              <a:off x="406400" y="153388"/>
              <a:ext cx="10604500" cy="6551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34BEB3-0EF2-2951-9A24-0A2BF238A941}"/>
                </a:ext>
              </a:extLst>
            </p:cNvPr>
            <p:cNvGrpSpPr/>
            <p:nvPr/>
          </p:nvGrpSpPr>
          <p:grpSpPr>
            <a:xfrm>
              <a:off x="507445" y="359337"/>
              <a:ext cx="4823199" cy="3798505"/>
              <a:chOff x="1152151" y="2191802"/>
              <a:chExt cx="4458448" cy="351124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0EFE898-0BF8-29FA-48A1-461D3573A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1" y="2191802"/>
                <a:ext cx="4458448" cy="3511245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C2967156-75D6-DF81-7BDB-D6939C6BEE72}"/>
                  </a:ext>
                </a:extLst>
              </p:cNvPr>
              <p:cNvSpPr/>
              <p:nvPr/>
            </p:nvSpPr>
            <p:spPr>
              <a:xfrm rot="18900000">
                <a:off x="5189352" y="2421392"/>
                <a:ext cx="248518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72255D4-E184-1771-7AE3-6879B6A5C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0B5B69-4F98-6138-608A-95BAB6AE6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5369641" y="359337"/>
              <a:ext cx="1064601" cy="30873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C8E0E8-FD91-DE66-0444-EA895D168F6A}"/>
                </a:ext>
              </a:extLst>
            </p:cNvPr>
            <p:cNvGrpSpPr/>
            <p:nvPr/>
          </p:nvGrpSpPr>
          <p:grpSpPr>
            <a:xfrm>
              <a:off x="6688622" y="262448"/>
              <a:ext cx="4196226" cy="1531443"/>
              <a:chOff x="5717363" y="2191802"/>
              <a:chExt cx="3537360" cy="129098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3F20B2-D7EB-C924-B2F1-47E4D08F7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9080"/>
              <a:stretch/>
            </p:blipFill>
            <p:spPr>
              <a:xfrm>
                <a:off x="5717363" y="2191802"/>
                <a:ext cx="3537360" cy="1290984"/>
              </a:xfrm>
              <a:prstGeom prst="rect">
                <a:avLst/>
              </a:prstGeom>
            </p:spPr>
          </p:pic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69022D-714B-EE81-7E67-A19115E88AD3}"/>
                  </a:ext>
                </a:extLst>
              </p:cNvPr>
              <p:cNvSpPr/>
              <p:nvPr/>
            </p:nvSpPr>
            <p:spPr>
              <a:xfrm rot="19793059">
                <a:off x="8431120" y="2387522"/>
                <a:ext cx="180011" cy="814798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1A1B612-1B88-78C3-FD8B-10C564F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85522" y="2287278"/>
                <a:ext cx="234574" cy="206977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AF785E-0F24-02F9-4E4B-C9A269CCF974}"/>
                </a:ext>
              </a:extLst>
            </p:cNvPr>
            <p:cNvSpPr txBox="1"/>
            <p:nvPr/>
          </p:nvSpPr>
          <p:spPr>
            <a:xfrm>
              <a:off x="1637193" y="309896"/>
              <a:ext cx="526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(a)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D852340-9D0B-2840-D6A9-DFE38E48F6C2}"/>
                </a:ext>
              </a:extLst>
            </p:cNvPr>
            <p:cNvSpPr/>
            <p:nvPr/>
          </p:nvSpPr>
          <p:spPr>
            <a:xfrm>
              <a:off x="1154269" y="4279562"/>
              <a:ext cx="4859909" cy="2268541"/>
            </a:xfrm>
            <a:prstGeom prst="roundRect">
              <a:avLst>
                <a:gd name="adj" fmla="val 3858"/>
              </a:avLst>
            </a:prstGeom>
            <a:solidFill>
              <a:schemeClr val="bg1"/>
            </a:solidFill>
            <a:ln>
              <a:solidFill>
                <a:srgbClr val="D7D7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92BD68E-25AD-A832-01DD-7E3161911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77" t="8832" r="31888" b="69899"/>
            <a:stretch/>
          </p:blipFill>
          <p:spPr>
            <a:xfrm>
              <a:off x="1375230" y="4409436"/>
              <a:ext cx="4367480" cy="137504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C15CAA-C94A-4377-9677-B81D8F66D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790" t="8342" r="39426" b="85545"/>
            <a:stretch/>
          </p:blipFill>
          <p:spPr>
            <a:xfrm>
              <a:off x="1328642" y="5784485"/>
              <a:ext cx="1627667" cy="39525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84CB0B-1D6A-EFD0-EEB6-E1E9101F8ADE}"/>
                </a:ext>
              </a:extLst>
            </p:cNvPr>
            <p:cNvSpPr/>
            <p:nvPr/>
          </p:nvSpPr>
          <p:spPr>
            <a:xfrm>
              <a:off x="3392682" y="4826545"/>
              <a:ext cx="2396616" cy="12796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F9597B5-158B-0CE0-79D4-A3BA37C56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371" t="13675" r="31836" b="73001"/>
            <a:stretch/>
          </p:blipFill>
          <p:spPr>
            <a:xfrm>
              <a:off x="3241344" y="4349841"/>
              <a:ext cx="2501366" cy="861447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EF63AC0-EEA3-54E8-16CE-CD6FC6D2F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240" t="8832" r="2612" b="76004"/>
            <a:stretch/>
          </p:blipFill>
          <p:spPr>
            <a:xfrm>
              <a:off x="3553881" y="5096960"/>
              <a:ext cx="2341839" cy="98032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5238A5-5F7A-7D35-1A00-9C9A5B8CB4E2}"/>
                </a:ext>
              </a:extLst>
            </p:cNvPr>
            <p:cNvSpPr txBox="1"/>
            <p:nvPr/>
          </p:nvSpPr>
          <p:spPr>
            <a:xfrm>
              <a:off x="7723722" y="309896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(b)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32D57DA-966D-5641-1E19-9C865A479C3F}"/>
                </a:ext>
              </a:extLst>
            </p:cNvPr>
            <p:cNvGrpSpPr/>
            <p:nvPr/>
          </p:nvGrpSpPr>
          <p:grpSpPr>
            <a:xfrm>
              <a:off x="6687519" y="2123625"/>
              <a:ext cx="4112339" cy="1794958"/>
              <a:chOff x="1277631" y="1578853"/>
              <a:chExt cx="4112339" cy="179495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DA8E8A9-A0A5-0A51-3BCC-9CEE157C5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036" r="1772" b="25694"/>
              <a:stretch/>
            </p:blipFill>
            <p:spPr>
              <a:xfrm>
                <a:off x="1277631" y="1635842"/>
                <a:ext cx="4112339" cy="1737969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EE9EDE-2A89-1A3C-65B9-E84DE8E42FAB}"/>
                  </a:ext>
                </a:extLst>
              </p:cNvPr>
              <p:cNvSpPr/>
              <p:nvPr/>
            </p:nvSpPr>
            <p:spPr>
              <a:xfrm>
                <a:off x="2343438" y="1793029"/>
                <a:ext cx="3019621" cy="457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645576F-BC88-F088-D437-B79E9A362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65065" y="1635843"/>
                <a:ext cx="0" cy="31202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3D5A759-D776-2709-6338-426D2B27F5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1161" y="1635843"/>
                <a:ext cx="0" cy="34768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8ED3826-9327-22A9-96BE-8D8F646285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63167" y="1635843"/>
                <a:ext cx="2997994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DAC1CB-4AD4-CBAB-0540-5A7E542A760E}"/>
                  </a:ext>
                </a:extLst>
              </p:cNvPr>
              <p:cNvSpPr txBox="1"/>
              <p:nvPr/>
            </p:nvSpPr>
            <p:spPr>
              <a:xfrm>
                <a:off x="2316527" y="1578853"/>
                <a:ext cx="5261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(c)</a:t>
                </a: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703EF0A-B90D-0AF9-D022-36503070045E}"/>
                </a:ext>
              </a:extLst>
            </p:cNvPr>
            <p:cNvSpPr/>
            <p:nvPr/>
          </p:nvSpPr>
          <p:spPr>
            <a:xfrm rot="12600000" flipH="1">
              <a:off x="10022130" y="2582055"/>
              <a:ext cx="254278" cy="997276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  <a:gd name="connsiteX0" fmla="*/ 193994 w 326765"/>
                <a:gd name="connsiteY0" fmla="*/ 0 h 768435"/>
                <a:gd name="connsiteX1" fmla="*/ 326765 w 326765"/>
                <a:gd name="connsiteY1" fmla="*/ 228916 h 768435"/>
                <a:gd name="connsiteX2" fmla="*/ 223360 w 326765"/>
                <a:gd name="connsiteY2" fmla="*/ 228916 h 768435"/>
                <a:gd name="connsiteX3" fmla="*/ 214640 w 326765"/>
                <a:gd name="connsiteY3" fmla="*/ 361658 h 768435"/>
                <a:gd name="connsiteX4" fmla="*/ 76462 w 326765"/>
                <a:gd name="connsiteY4" fmla="*/ 768435 h 768435"/>
                <a:gd name="connsiteX5" fmla="*/ 0 w 326765"/>
                <a:gd name="connsiteY5" fmla="*/ 758801 h 768435"/>
                <a:gd name="connsiteX6" fmla="*/ 131202 w 326765"/>
                <a:gd name="connsiteY6" fmla="*/ 350649 h 768435"/>
                <a:gd name="connsiteX7" fmla="*/ 139199 w 326765"/>
                <a:gd name="connsiteY7" fmla="*/ 228916 h 768435"/>
                <a:gd name="connsiteX8" fmla="*/ 61222 w 326765"/>
                <a:gd name="connsiteY8" fmla="*/ 228916 h 768435"/>
                <a:gd name="connsiteX9" fmla="*/ 193994 w 326765"/>
                <a:gd name="connsiteY9" fmla="*/ 0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6765" h="768435">
                  <a:moveTo>
                    <a:pt x="193994" y="0"/>
                  </a:moveTo>
                  <a:lnTo>
                    <a:pt x="326765" y="228916"/>
                  </a:lnTo>
                  <a:lnTo>
                    <a:pt x="223360" y="228916"/>
                  </a:lnTo>
                  <a:lnTo>
                    <a:pt x="214640" y="361658"/>
                  </a:lnTo>
                  <a:cubicBezTo>
                    <a:pt x="195784" y="504541"/>
                    <a:pt x="149005" y="642820"/>
                    <a:pt x="76462" y="768435"/>
                  </a:cubicBezTo>
                  <a:cubicBezTo>
                    <a:pt x="52168" y="754406"/>
                    <a:pt x="24294" y="772830"/>
                    <a:pt x="0" y="758801"/>
                  </a:cubicBezTo>
                  <a:cubicBezTo>
                    <a:pt x="67001" y="642784"/>
                    <a:pt x="113787" y="482615"/>
                    <a:pt x="131202" y="350649"/>
                  </a:cubicBezTo>
                  <a:lnTo>
                    <a:pt x="139199" y="228916"/>
                  </a:lnTo>
                  <a:lnTo>
                    <a:pt x="61222" y="228916"/>
                  </a:lnTo>
                  <a:lnTo>
                    <a:pt x="193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87A47AA-422A-712B-6845-68EAB6C13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9561582" y="3445452"/>
              <a:ext cx="292741" cy="258301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A9C2E5-1C65-FDD7-0631-5691A3858EC7}"/>
                </a:ext>
              </a:extLst>
            </p:cNvPr>
            <p:cNvGrpSpPr/>
            <p:nvPr/>
          </p:nvGrpSpPr>
          <p:grpSpPr>
            <a:xfrm>
              <a:off x="6835183" y="4121489"/>
              <a:ext cx="3975377" cy="2230224"/>
              <a:chOff x="6812493" y="4121490"/>
              <a:chExt cx="3975377" cy="223022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2131557-4EF9-1AD2-BDF8-14D728AC7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65" t="14550" r="1634" b="7861"/>
              <a:stretch/>
            </p:blipFill>
            <p:spPr>
              <a:xfrm>
                <a:off x="6812493" y="4121490"/>
                <a:ext cx="3975377" cy="2230224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72ED09-F7B8-6EDF-2F6F-1BBF59D93837}"/>
                  </a:ext>
                </a:extLst>
              </p:cNvPr>
              <p:cNvSpPr txBox="1"/>
              <p:nvPr/>
            </p:nvSpPr>
            <p:spPr>
              <a:xfrm>
                <a:off x="7717664" y="4245752"/>
                <a:ext cx="5373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(d)</a:t>
                </a: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CC9241F-579A-29B6-D6C5-31B52F60CA61}"/>
                  </a:ext>
                </a:extLst>
              </p:cNvPr>
              <p:cNvSpPr/>
              <p:nvPr/>
            </p:nvSpPr>
            <p:spPr>
              <a:xfrm rot="19793059">
                <a:off x="10036994" y="4474855"/>
                <a:ext cx="268625" cy="1158673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19000">
                    <a:srgbClr val="11A0F1"/>
                  </a:gs>
                  <a:gs pos="62000">
                    <a:srgbClr val="FDB763"/>
                  </a:gs>
                  <a:gs pos="39000">
                    <a:srgbClr val="87FFAF"/>
                  </a:gs>
                  <a:gs pos="98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7CB4BCF-7DEE-62A4-8954-A853132EF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9620636" y="4321068"/>
                <a:ext cx="278266" cy="245528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BB7BEDA-A39C-0CA7-C127-9BECD18CC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09" t="69325" r="11644" b="21706"/>
            <a:stretch/>
          </p:blipFill>
          <p:spPr>
            <a:xfrm>
              <a:off x="7676941" y="3796161"/>
              <a:ext cx="2735639" cy="25780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AD147B-C18E-F128-B8CD-E734F169C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09" t="69325" r="11644" b="21706"/>
            <a:stretch/>
          </p:blipFill>
          <p:spPr>
            <a:xfrm>
              <a:off x="7676941" y="1787428"/>
              <a:ext cx="2735639" cy="25780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C733D8-F7FC-FD8B-87D0-5CAFE81E2298}"/>
                </a:ext>
              </a:extLst>
            </p:cNvPr>
            <p:cNvSpPr txBox="1"/>
            <p:nvPr/>
          </p:nvSpPr>
          <p:spPr>
            <a:xfrm>
              <a:off x="1951784" y="6085202"/>
              <a:ext cx="3743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base line (pertaining pure cond.)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141C09F-325B-6741-9C7E-27F43794E86D}"/>
                </a:ext>
              </a:extLst>
            </p:cNvPr>
            <p:cNvCxnSpPr>
              <a:cxnSpLocks/>
            </p:cNvCxnSpPr>
            <p:nvPr/>
          </p:nvCxnSpPr>
          <p:spPr>
            <a:xfrm>
              <a:off x="1402556" y="6291263"/>
              <a:ext cx="47863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602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ED22089-F7E0-7648-1D10-8840428FE179}"/>
              </a:ext>
            </a:extLst>
          </p:cNvPr>
          <p:cNvGrpSpPr/>
          <p:nvPr/>
        </p:nvGrpSpPr>
        <p:grpSpPr>
          <a:xfrm>
            <a:off x="406400" y="97969"/>
            <a:ext cx="10604500" cy="6690757"/>
            <a:chOff x="406400" y="97969"/>
            <a:chExt cx="10604500" cy="66907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4EEA73-67BB-FCB2-A22B-265F2F4AF362}"/>
                </a:ext>
              </a:extLst>
            </p:cNvPr>
            <p:cNvSpPr/>
            <p:nvPr/>
          </p:nvSpPr>
          <p:spPr>
            <a:xfrm>
              <a:off x="406400" y="97969"/>
              <a:ext cx="10604500" cy="66907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34BEB3-0EF2-2951-9A24-0A2BF238A941}"/>
                </a:ext>
              </a:extLst>
            </p:cNvPr>
            <p:cNvGrpSpPr/>
            <p:nvPr/>
          </p:nvGrpSpPr>
          <p:grpSpPr>
            <a:xfrm>
              <a:off x="507445" y="303919"/>
              <a:ext cx="4823199" cy="3798504"/>
              <a:chOff x="1152153" y="2191803"/>
              <a:chExt cx="4458454" cy="351124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0EFE898-0BF8-29FA-48A1-461D3573A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3" y="2191803"/>
                <a:ext cx="4458454" cy="3511246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C2967156-75D6-DF81-7BDB-D6939C6BEE72}"/>
                  </a:ext>
                </a:extLst>
              </p:cNvPr>
              <p:cNvSpPr/>
              <p:nvPr/>
            </p:nvSpPr>
            <p:spPr>
              <a:xfrm rot="18900000">
                <a:off x="5222505" y="2429073"/>
                <a:ext cx="183771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72255D4-E184-1771-7AE3-6879B6A5C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0B5B69-4F98-6138-608A-95BAB6AE6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5369641" y="303919"/>
              <a:ext cx="1064601" cy="30873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C8E0E8-FD91-DE66-0444-EA895D168F6A}"/>
                </a:ext>
              </a:extLst>
            </p:cNvPr>
            <p:cNvGrpSpPr/>
            <p:nvPr/>
          </p:nvGrpSpPr>
          <p:grpSpPr>
            <a:xfrm>
              <a:off x="6688622" y="207030"/>
              <a:ext cx="4196226" cy="1531443"/>
              <a:chOff x="5717363" y="2191802"/>
              <a:chExt cx="3537360" cy="129098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3F20B2-D7EB-C924-B2F1-47E4D08F7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9080"/>
              <a:stretch/>
            </p:blipFill>
            <p:spPr>
              <a:xfrm>
                <a:off x="5717363" y="2191802"/>
                <a:ext cx="3537360" cy="1290984"/>
              </a:xfrm>
              <a:prstGeom prst="rect">
                <a:avLst/>
              </a:prstGeom>
            </p:spPr>
          </p:pic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69022D-714B-EE81-7E67-A19115E88AD3}"/>
                  </a:ext>
                </a:extLst>
              </p:cNvPr>
              <p:cNvSpPr/>
              <p:nvPr/>
            </p:nvSpPr>
            <p:spPr>
              <a:xfrm rot="19793059">
                <a:off x="8485014" y="2462991"/>
                <a:ext cx="146422" cy="724829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1A1B612-1B88-78C3-FD8B-10C564F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92310" y="2273520"/>
                <a:ext cx="296627" cy="261729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AF785E-0F24-02F9-4E4B-C9A269CCF974}"/>
                </a:ext>
              </a:extLst>
            </p:cNvPr>
            <p:cNvSpPr txBox="1"/>
            <p:nvPr/>
          </p:nvSpPr>
          <p:spPr>
            <a:xfrm>
              <a:off x="1637193" y="254478"/>
              <a:ext cx="526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(a)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5238A5-5F7A-7D35-1A00-9C9A5B8CB4E2}"/>
                </a:ext>
              </a:extLst>
            </p:cNvPr>
            <p:cNvSpPr txBox="1"/>
            <p:nvPr/>
          </p:nvSpPr>
          <p:spPr>
            <a:xfrm>
              <a:off x="7723722" y="254478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(b)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A9C2E5-1C65-FDD7-0631-5691A3858EC7}"/>
                </a:ext>
              </a:extLst>
            </p:cNvPr>
            <p:cNvGrpSpPr/>
            <p:nvPr/>
          </p:nvGrpSpPr>
          <p:grpSpPr>
            <a:xfrm>
              <a:off x="6835183" y="4383406"/>
              <a:ext cx="3975377" cy="2230224"/>
              <a:chOff x="6812493" y="4121490"/>
              <a:chExt cx="3975377" cy="223022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2131557-4EF9-1AD2-BDF8-14D728AC7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65" t="14550" r="1634" b="7861"/>
              <a:stretch/>
            </p:blipFill>
            <p:spPr>
              <a:xfrm>
                <a:off x="6812493" y="4121490"/>
                <a:ext cx="3975377" cy="2230224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72ED09-F7B8-6EDF-2F6F-1BBF59D93837}"/>
                  </a:ext>
                </a:extLst>
              </p:cNvPr>
              <p:cNvSpPr txBox="1"/>
              <p:nvPr/>
            </p:nvSpPr>
            <p:spPr>
              <a:xfrm>
                <a:off x="7717664" y="4245752"/>
                <a:ext cx="5373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(d)</a:t>
                </a: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CC9241F-579A-29B6-D6C5-31B52F60CA61}"/>
                  </a:ext>
                </a:extLst>
              </p:cNvPr>
              <p:cNvSpPr/>
              <p:nvPr/>
            </p:nvSpPr>
            <p:spPr>
              <a:xfrm rot="19793059">
                <a:off x="10056140" y="4546022"/>
                <a:ext cx="268625" cy="1082356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7CB4BCF-7DEE-62A4-8954-A853132EF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9593846" y="4323666"/>
                <a:ext cx="346615" cy="305836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DCD0E49-1F6C-6F8B-A304-8DF7482A72B6}"/>
                </a:ext>
              </a:extLst>
            </p:cNvPr>
            <p:cNvGrpSpPr/>
            <p:nvPr/>
          </p:nvGrpSpPr>
          <p:grpSpPr>
            <a:xfrm>
              <a:off x="6687519" y="2233001"/>
              <a:ext cx="4112339" cy="1930340"/>
              <a:chOff x="6687519" y="2123625"/>
              <a:chExt cx="4112339" cy="193034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32D57DA-966D-5641-1E19-9C865A479C3F}"/>
                  </a:ext>
                </a:extLst>
              </p:cNvPr>
              <p:cNvGrpSpPr/>
              <p:nvPr/>
            </p:nvGrpSpPr>
            <p:grpSpPr>
              <a:xfrm>
                <a:off x="6687519" y="2123625"/>
                <a:ext cx="4112339" cy="1794958"/>
                <a:chOff x="1277631" y="1578853"/>
                <a:chExt cx="4112339" cy="1794958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CDA8E8A9-A0A5-0A51-3BCC-9CEE157C53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036" r="1772" b="25694"/>
                <a:stretch/>
              </p:blipFill>
              <p:spPr>
                <a:xfrm>
                  <a:off x="1277631" y="1635842"/>
                  <a:ext cx="4112339" cy="1737969"/>
                </a:xfrm>
                <a:prstGeom prst="rect">
                  <a:avLst/>
                </a:prstGeom>
              </p:spPr>
            </p:pic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9EE9EDE-2A89-1A3C-65B9-E84DE8E42FAB}"/>
                    </a:ext>
                  </a:extLst>
                </p:cNvPr>
                <p:cNvSpPr/>
                <p:nvPr/>
              </p:nvSpPr>
              <p:spPr>
                <a:xfrm>
                  <a:off x="2343438" y="1793029"/>
                  <a:ext cx="3019621" cy="457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F645576F-BC88-F088-D437-B79E9A3620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65065" y="1635843"/>
                  <a:ext cx="0" cy="31202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73D5A759-D776-2709-6338-426D2B27F5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1161" y="1635843"/>
                  <a:ext cx="0" cy="34768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8ED3826-9327-22A9-96BE-8D8F64628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63167" y="1635843"/>
                  <a:ext cx="2997994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DDAC1CB-4AD4-CBAB-0540-5A7E542A760E}"/>
                    </a:ext>
                  </a:extLst>
                </p:cNvPr>
                <p:cNvSpPr txBox="1"/>
                <p:nvPr/>
              </p:nvSpPr>
              <p:spPr>
                <a:xfrm>
                  <a:off x="2316527" y="1578853"/>
                  <a:ext cx="52610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(c)</a:t>
                  </a:r>
                </a:p>
              </p:txBody>
            </p:sp>
          </p:grp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B703EF0A-B90D-0AF9-D022-36503070045E}"/>
                  </a:ext>
                </a:extLst>
              </p:cNvPr>
              <p:cNvSpPr/>
              <p:nvPr/>
            </p:nvSpPr>
            <p:spPr>
              <a:xfrm rot="12600000" flipH="1">
                <a:off x="10022130" y="2582055"/>
                <a:ext cx="254278" cy="997276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3994 w 326765"/>
                  <a:gd name="connsiteY0" fmla="*/ 0 h 768435"/>
                  <a:gd name="connsiteX1" fmla="*/ 326765 w 326765"/>
                  <a:gd name="connsiteY1" fmla="*/ 228916 h 768435"/>
                  <a:gd name="connsiteX2" fmla="*/ 223360 w 326765"/>
                  <a:gd name="connsiteY2" fmla="*/ 228916 h 768435"/>
                  <a:gd name="connsiteX3" fmla="*/ 214640 w 326765"/>
                  <a:gd name="connsiteY3" fmla="*/ 361658 h 768435"/>
                  <a:gd name="connsiteX4" fmla="*/ 76462 w 326765"/>
                  <a:gd name="connsiteY4" fmla="*/ 768435 h 768435"/>
                  <a:gd name="connsiteX5" fmla="*/ 0 w 326765"/>
                  <a:gd name="connsiteY5" fmla="*/ 758801 h 768435"/>
                  <a:gd name="connsiteX6" fmla="*/ 131202 w 326765"/>
                  <a:gd name="connsiteY6" fmla="*/ 350649 h 768435"/>
                  <a:gd name="connsiteX7" fmla="*/ 139199 w 326765"/>
                  <a:gd name="connsiteY7" fmla="*/ 228916 h 768435"/>
                  <a:gd name="connsiteX8" fmla="*/ 61222 w 326765"/>
                  <a:gd name="connsiteY8" fmla="*/ 228916 h 768435"/>
                  <a:gd name="connsiteX9" fmla="*/ 193994 w 326765"/>
                  <a:gd name="connsiteY9" fmla="*/ 0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6765" h="768435">
                    <a:moveTo>
                      <a:pt x="193994" y="0"/>
                    </a:moveTo>
                    <a:lnTo>
                      <a:pt x="326765" y="228916"/>
                    </a:lnTo>
                    <a:lnTo>
                      <a:pt x="223360" y="228916"/>
                    </a:lnTo>
                    <a:lnTo>
                      <a:pt x="214640" y="361658"/>
                    </a:lnTo>
                    <a:cubicBezTo>
                      <a:pt x="195784" y="504541"/>
                      <a:pt x="149005" y="642820"/>
                      <a:pt x="76462" y="768435"/>
                    </a:cubicBezTo>
                    <a:cubicBezTo>
                      <a:pt x="52168" y="754406"/>
                      <a:pt x="24294" y="772830"/>
                      <a:pt x="0" y="758801"/>
                    </a:cubicBezTo>
                    <a:cubicBezTo>
                      <a:pt x="67001" y="642784"/>
                      <a:pt x="113787" y="482615"/>
                      <a:pt x="131202" y="350649"/>
                    </a:cubicBezTo>
                    <a:lnTo>
                      <a:pt x="139199" y="228916"/>
                    </a:lnTo>
                    <a:lnTo>
                      <a:pt x="61222" y="228916"/>
                    </a:lnTo>
                    <a:lnTo>
                      <a:pt x="193994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487A47AA-422A-712B-6845-68EAB6C137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8282" t="1" b="-1"/>
              <a:stretch/>
            </p:blipFill>
            <p:spPr>
              <a:xfrm rot="5400000">
                <a:off x="9572954" y="3434848"/>
                <a:ext cx="307937" cy="296243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BB7BEDA-A39C-0CA7-C127-9BECD18CCE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09" t="69325" r="11644" b="21706"/>
              <a:stretch/>
            </p:blipFill>
            <p:spPr>
              <a:xfrm>
                <a:off x="7676941" y="3796161"/>
                <a:ext cx="2735639" cy="257804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AD147B-C18E-F128-B8CD-E734F169C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09" t="69325" r="11644" b="21706"/>
            <a:stretch/>
          </p:blipFill>
          <p:spPr>
            <a:xfrm>
              <a:off x="7676941" y="1732010"/>
              <a:ext cx="2735639" cy="257804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9887D3B-C090-1B15-F9F3-19D36AD5DB17}"/>
                </a:ext>
              </a:extLst>
            </p:cNvPr>
            <p:cNvGrpSpPr/>
            <p:nvPr/>
          </p:nvGrpSpPr>
          <p:grpSpPr>
            <a:xfrm>
              <a:off x="878653" y="4137749"/>
              <a:ext cx="5439044" cy="2538873"/>
              <a:chOff x="1154269" y="4279563"/>
              <a:chExt cx="4522631" cy="211110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591F223-0FD3-73A9-3C32-52F57B8046A3}"/>
                  </a:ext>
                </a:extLst>
              </p:cNvPr>
              <p:cNvGrpSpPr/>
              <p:nvPr/>
            </p:nvGrpSpPr>
            <p:grpSpPr>
              <a:xfrm>
                <a:off x="1154269" y="4279563"/>
                <a:ext cx="4522631" cy="2111104"/>
                <a:chOff x="1154269" y="4279562"/>
                <a:chExt cx="4859909" cy="2268541"/>
              </a:xfrm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ED852340-9D0B-2840-D6A9-DFE38E48F6C2}"/>
                    </a:ext>
                  </a:extLst>
                </p:cNvPr>
                <p:cNvSpPr/>
                <p:nvPr/>
              </p:nvSpPr>
              <p:spPr>
                <a:xfrm>
                  <a:off x="1154269" y="4279562"/>
                  <a:ext cx="4859909" cy="2268541"/>
                </a:xfrm>
                <a:prstGeom prst="roundRect">
                  <a:avLst>
                    <a:gd name="adj" fmla="val 3858"/>
                  </a:avLst>
                </a:prstGeom>
                <a:solidFill>
                  <a:schemeClr val="bg1"/>
                </a:solidFill>
                <a:ln>
                  <a:solidFill>
                    <a:srgbClr val="D7D7D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dirty="0"/>
                </a:p>
              </p:txBody>
            </p: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092BD68E-25AD-A832-01DD-7E3161911D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077" t="8832" r="31888" b="69899"/>
                <a:stretch/>
              </p:blipFill>
              <p:spPr>
                <a:xfrm>
                  <a:off x="1375230" y="4409436"/>
                  <a:ext cx="4367480" cy="1375049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CCC15CAA-C94A-4377-9677-B81D8F66DA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3790" t="8342" r="39426" b="85545"/>
                <a:stretch/>
              </p:blipFill>
              <p:spPr>
                <a:xfrm>
                  <a:off x="1328642" y="5784485"/>
                  <a:ext cx="1627667" cy="395253"/>
                </a:xfrm>
                <a:prstGeom prst="rect">
                  <a:avLst/>
                </a:prstGeom>
              </p:spPr>
            </p:pic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584CB0B-1D6A-EFD0-EEB6-E1E9101F8ADE}"/>
                    </a:ext>
                  </a:extLst>
                </p:cNvPr>
                <p:cNvSpPr/>
                <p:nvPr/>
              </p:nvSpPr>
              <p:spPr>
                <a:xfrm>
                  <a:off x="3392682" y="4826545"/>
                  <a:ext cx="2396616" cy="12796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0F9597B5-158B-0CE0-79D4-A3BA37C56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2371" t="13675" r="31836" b="73001"/>
                <a:stretch/>
              </p:blipFill>
              <p:spPr>
                <a:xfrm>
                  <a:off x="3241344" y="4349841"/>
                  <a:ext cx="2501366" cy="861447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EF63AC0-EEA3-54E8-16CE-CD6FC6D2F6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3240" t="8832" r="2612" b="76004"/>
                <a:stretch/>
              </p:blipFill>
              <p:spPr>
                <a:xfrm>
                  <a:off x="3553881" y="5096960"/>
                  <a:ext cx="2341839" cy="980325"/>
                </a:xfrm>
                <a:prstGeom prst="rect">
                  <a:avLst/>
                </a:prstGeom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FC733D8-F7FC-FD8B-87D0-5CAFE81E2298}"/>
                    </a:ext>
                  </a:extLst>
                </p:cNvPr>
                <p:cNvSpPr txBox="1"/>
                <p:nvPr/>
              </p:nvSpPr>
              <p:spPr>
                <a:xfrm>
                  <a:off x="1951784" y="6085202"/>
                  <a:ext cx="3977265" cy="4125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base line (pertaining pure cond.)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141C09F-325B-6741-9C7E-27F43794E8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02556" y="6291263"/>
                  <a:ext cx="47863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31426C6-B42E-90EC-7248-768368B187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4756150"/>
                <a:ext cx="0" cy="160339"/>
              </a:xfrm>
              <a:prstGeom prst="line">
                <a:avLst/>
              </a:prstGeom>
              <a:ln w="28575">
                <a:solidFill>
                  <a:srgbClr val="8000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A4BB30F-64CC-2C1E-51CC-3C579D2251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5102225"/>
                <a:ext cx="0" cy="150814"/>
              </a:xfrm>
              <a:prstGeom prst="line">
                <a:avLst/>
              </a:prstGeom>
              <a:ln w="28575">
                <a:solidFill>
                  <a:srgbClr val="00B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2957646-4326-D72E-F7F6-B329ACEF58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5432425"/>
                <a:ext cx="0" cy="166690"/>
              </a:xfrm>
              <a:prstGeom prst="line">
                <a:avLst/>
              </a:prstGeom>
              <a:ln w="28575">
                <a:solidFill>
                  <a:srgbClr val="7DFFB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8FD14EC-E42A-291E-3F59-EC4FB3E8B9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5756275"/>
                <a:ext cx="0" cy="157164"/>
              </a:xfrm>
              <a:prstGeom prst="line">
                <a:avLst/>
              </a:prstGeom>
              <a:ln w="28575">
                <a:solidFill>
                  <a:srgbClr val="FFAE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DDB4535-C5BE-12E8-9AB4-00C964BBB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1875" y="4438650"/>
                <a:ext cx="0" cy="15716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9775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2602-0B6E-3696-D836-11B98102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AC6CCE1-54FD-F825-16EB-9CB560624C47}"/>
              </a:ext>
            </a:extLst>
          </p:cNvPr>
          <p:cNvGrpSpPr/>
          <p:nvPr/>
        </p:nvGrpSpPr>
        <p:grpSpPr>
          <a:xfrm>
            <a:off x="406400" y="97969"/>
            <a:ext cx="10604500" cy="6690757"/>
            <a:chOff x="406400" y="97969"/>
            <a:chExt cx="10604500" cy="66907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DEA1A13-7232-5AFE-47C9-D0B9246090A4}"/>
                </a:ext>
              </a:extLst>
            </p:cNvPr>
            <p:cNvSpPr/>
            <p:nvPr/>
          </p:nvSpPr>
          <p:spPr>
            <a:xfrm>
              <a:off x="406400" y="97969"/>
              <a:ext cx="10604500" cy="66907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8E86992-878A-3421-BEC4-7A55AD8EF1D0}"/>
                </a:ext>
              </a:extLst>
            </p:cNvPr>
            <p:cNvGrpSpPr/>
            <p:nvPr/>
          </p:nvGrpSpPr>
          <p:grpSpPr>
            <a:xfrm>
              <a:off x="507445" y="303919"/>
              <a:ext cx="4823199" cy="3798504"/>
              <a:chOff x="1152153" y="2191803"/>
              <a:chExt cx="4458454" cy="351124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E02118F-8A4E-5A29-F9F9-2005FEC23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3" y="2191803"/>
                <a:ext cx="4458454" cy="3511246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5BE8BF1B-5C68-3721-715C-43EF1FC5BA15}"/>
                  </a:ext>
                </a:extLst>
              </p:cNvPr>
              <p:cNvSpPr/>
              <p:nvPr/>
            </p:nvSpPr>
            <p:spPr>
              <a:xfrm rot="18900000">
                <a:off x="5222505" y="2429073"/>
                <a:ext cx="183771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3200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380B2CD-866D-1BF1-B582-6785D0489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6D39459-10D7-BBB8-2700-BE6DA8081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5369641" y="303919"/>
              <a:ext cx="1064601" cy="30873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7DCA3BB-A064-74F8-E603-DB5EF7A2F9FD}"/>
                </a:ext>
              </a:extLst>
            </p:cNvPr>
            <p:cNvGrpSpPr/>
            <p:nvPr/>
          </p:nvGrpSpPr>
          <p:grpSpPr>
            <a:xfrm>
              <a:off x="6688622" y="207030"/>
              <a:ext cx="4196226" cy="1531443"/>
              <a:chOff x="5717363" y="2191802"/>
              <a:chExt cx="3537360" cy="129098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0B17B77F-7C3D-B175-5A70-FBF18EF62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9080"/>
              <a:stretch/>
            </p:blipFill>
            <p:spPr>
              <a:xfrm>
                <a:off x="5717363" y="2191802"/>
                <a:ext cx="3537360" cy="1290984"/>
              </a:xfrm>
              <a:prstGeom prst="rect">
                <a:avLst/>
              </a:prstGeom>
            </p:spPr>
          </p:pic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E275EE9-1169-9E40-A0B5-0AECC924530A}"/>
                  </a:ext>
                </a:extLst>
              </p:cNvPr>
              <p:cNvSpPr/>
              <p:nvPr/>
            </p:nvSpPr>
            <p:spPr>
              <a:xfrm rot="19793059">
                <a:off x="8485014" y="2462991"/>
                <a:ext cx="146422" cy="724829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3200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34D10584-FEA6-216B-B89D-781D001A4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92310" y="2273520"/>
                <a:ext cx="296627" cy="261729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241B3D-5C54-1658-3291-42DC3797D272}"/>
                </a:ext>
              </a:extLst>
            </p:cNvPr>
            <p:cNvSpPr txBox="1"/>
            <p:nvPr/>
          </p:nvSpPr>
          <p:spPr>
            <a:xfrm>
              <a:off x="1637193" y="254478"/>
              <a:ext cx="642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(a)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197D6A-8E23-0D42-CAC8-E7592D0C14A1}"/>
                </a:ext>
              </a:extLst>
            </p:cNvPr>
            <p:cNvSpPr txBox="1"/>
            <p:nvPr/>
          </p:nvSpPr>
          <p:spPr>
            <a:xfrm>
              <a:off x="7723722" y="254478"/>
              <a:ext cx="6559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(b)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9B722CA-14A5-C5E6-1189-9735B5AF296F}"/>
                </a:ext>
              </a:extLst>
            </p:cNvPr>
            <p:cNvGrpSpPr/>
            <p:nvPr/>
          </p:nvGrpSpPr>
          <p:grpSpPr>
            <a:xfrm>
              <a:off x="6835183" y="4383406"/>
              <a:ext cx="3975377" cy="2230224"/>
              <a:chOff x="6812493" y="4121490"/>
              <a:chExt cx="3975377" cy="223022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00B63E5-76BB-5692-72AD-2CC4BBC52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65" t="14550" r="1634" b="7861"/>
              <a:stretch/>
            </p:blipFill>
            <p:spPr>
              <a:xfrm>
                <a:off x="6812493" y="4121490"/>
                <a:ext cx="3975377" cy="2230224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F48653-5366-6E33-7A7B-4637B8CAF146}"/>
                  </a:ext>
                </a:extLst>
              </p:cNvPr>
              <p:cNvSpPr txBox="1"/>
              <p:nvPr/>
            </p:nvSpPr>
            <p:spPr>
              <a:xfrm>
                <a:off x="7717664" y="4245752"/>
                <a:ext cx="65594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(d)</a:t>
                </a: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E2A35FA-44AE-94C4-029E-6ACCD490A986}"/>
                  </a:ext>
                </a:extLst>
              </p:cNvPr>
              <p:cNvSpPr/>
              <p:nvPr/>
            </p:nvSpPr>
            <p:spPr>
              <a:xfrm rot="19793059">
                <a:off x="10056140" y="4546022"/>
                <a:ext cx="268625" cy="1082356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3200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8B5AA3E-16D6-5D68-F84A-C20746638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9593846" y="4323666"/>
                <a:ext cx="346615" cy="305836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B841271-5D0B-1DCC-B091-C73D8CB8AE4C}"/>
                </a:ext>
              </a:extLst>
            </p:cNvPr>
            <p:cNvGrpSpPr/>
            <p:nvPr/>
          </p:nvGrpSpPr>
          <p:grpSpPr>
            <a:xfrm>
              <a:off x="6687519" y="2195654"/>
              <a:ext cx="4112339" cy="2114304"/>
              <a:chOff x="6687519" y="2049037"/>
              <a:chExt cx="4112339" cy="2114304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8778DCB-2E69-09C1-BFE7-D7170FD55240}"/>
                  </a:ext>
                </a:extLst>
              </p:cNvPr>
              <p:cNvGrpSpPr/>
              <p:nvPr/>
            </p:nvGrpSpPr>
            <p:grpSpPr>
              <a:xfrm>
                <a:off x="6687519" y="2049037"/>
                <a:ext cx="4112339" cy="1978922"/>
                <a:chOff x="1277631" y="1394889"/>
                <a:chExt cx="4112339" cy="1978922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4F9404F2-4E93-A76E-CBE0-E6145CBA6D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036" r="1772" b="25694"/>
                <a:stretch/>
              </p:blipFill>
              <p:spPr>
                <a:xfrm>
                  <a:off x="1277631" y="1635842"/>
                  <a:ext cx="4112339" cy="1737969"/>
                </a:xfrm>
                <a:prstGeom prst="rect">
                  <a:avLst/>
                </a:prstGeom>
              </p:spPr>
            </p:pic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D2D16DE-E7AA-C34D-E946-BD1212BFB888}"/>
                    </a:ext>
                  </a:extLst>
                </p:cNvPr>
                <p:cNvSpPr/>
                <p:nvPr/>
              </p:nvSpPr>
              <p:spPr>
                <a:xfrm>
                  <a:off x="2343438" y="1793029"/>
                  <a:ext cx="3019621" cy="457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ABE79E43-1EE0-22C9-1184-C0887053C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65065" y="1478680"/>
                  <a:ext cx="0" cy="4691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8CCE099C-7A37-FC15-C3AD-EECF551F3A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1161" y="1478680"/>
                  <a:ext cx="0" cy="50484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D732C9A8-218B-FF71-5C0B-0B91ED190F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63167" y="1478680"/>
                  <a:ext cx="2997994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1CDD4CC-25ED-9B37-9F96-12407FF05759}"/>
                    </a:ext>
                  </a:extLst>
                </p:cNvPr>
                <p:cNvSpPr txBox="1"/>
                <p:nvPr/>
              </p:nvSpPr>
              <p:spPr>
                <a:xfrm>
                  <a:off x="2313834" y="1394889"/>
                  <a:ext cx="63991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/>
                    <a:t>(c)</a:t>
                  </a:r>
                </a:p>
              </p:txBody>
            </p:sp>
          </p:grp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E2C9B6E-FA57-D64A-B5AF-8A60B381852B}"/>
                  </a:ext>
                </a:extLst>
              </p:cNvPr>
              <p:cNvSpPr/>
              <p:nvPr/>
            </p:nvSpPr>
            <p:spPr>
              <a:xfrm rot="12600000" flipH="1">
                <a:off x="10022130" y="2691431"/>
                <a:ext cx="254278" cy="997276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3994 w 326765"/>
                  <a:gd name="connsiteY0" fmla="*/ 0 h 768435"/>
                  <a:gd name="connsiteX1" fmla="*/ 326765 w 326765"/>
                  <a:gd name="connsiteY1" fmla="*/ 228916 h 768435"/>
                  <a:gd name="connsiteX2" fmla="*/ 223360 w 326765"/>
                  <a:gd name="connsiteY2" fmla="*/ 228916 h 768435"/>
                  <a:gd name="connsiteX3" fmla="*/ 214640 w 326765"/>
                  <a:gd name="connsiteY3" fmla="*/ 361658 h 768435"/>
                  <a:gd name="connsiteX4" fmla="*/ 76462 w 326765"/>
                  <a:gd name="connsiteY4" fmla="*/ 768435 h 768435"/>
                  <a:gd name="connsiteX5" fmla="*/ 0 w 326765"/>
                  <a:gd name="connsiteY5" fmla="*/ 758801 h 768435"/>
                  <a:gd name="connsiteX6" fmla="*/ 131202 w 326765"/>
                  <a:gd name="connsiteY6" fmla="*/ 350649 h 768435"/>
                  <a:gd name="connsiteX7" fmla="*/ 139199 w 326765"/>
                  <a:gd name="connsiteY7" fmla="*/ 228916 h 768435"/>
                  <a:gd name="connsiteX8" fmla="*/ 61222 w 326765"/>
                  <a:gd name="connsiteY8" fmla="*/ 228916 h 768435"/>
                  <a:gd name="connsiteX9" fmla="*/ 193994 w 326765"/>
                  <a:gd name="connsiteY9" fmla="*/ 0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6765" h="768435">
                    <a:moveTo>
                      <a:pt x="193994" y="0"/>
                    </a:moveTo>
                    <a:lnTo>
                      <a:pt x="326765" y="228916"/>
                    </a:lnTo>
                    <a:lnTo>
                      <a:pt x="223360" y="228916"/>
                    </a:lnTo>
                    <a:lnTo>
                      <a:pt x="214640" y="361658"/>
                    </a:lnTo>
                    <a:cubicBezTo>
                      <a:pt x="195784" y="504541"/>
                      <a:pt x="149005" y="642820"/>
                      <a:pt x="76462" y="768435"/>
                    </a:cubicBezTo>
                    <a:cubicBezTo>
                      <a:pt x="52168" y="754406"/>
                      <a:pt x="24294" y="772830"/>
                      <a:pt x="0" y="758801"/>
                    </a:cubicBezTo>
                    <a:cubicBezTo>
                      <a:pt x="67001" y="642784"/>
                      <a:pt x="113787" y="482615"/>
                      <a:pt x="131202" y="350649"/>
                    </a:cubicBezTo>
                    <a:lnTo>
                      <a:pt x="139199" y="228916"/>
                    </a:lnTo>
                    <a:lnTo>
                      <a:pt x="61222" y="228916"/>
                    </a:lnTo>
                    <a:lnTo>
                      <a:pt x="193994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3200" dirty="0"/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11D43033-269B-C389-442C-A91E05363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8282" t="1" b="-1"/>
              <a:stretch/>
            </p:blipFill>
            <p:spPr>
              <a:xfrm rot="5400000">
                <a:off x="9572954" y="3544224"/>
                <a:ext cx="307937" cy="296243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2CF4F5F-EB40-CAF2-4CA5-6926014405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09" t="69325" r="11644" b="21706"/>
              <a:stretch/>
            </p:blipFill>
            <p:spPr>
              <a:xfrm>
                <a:off x="7676941" y="3905537"/>
                <a:ext cx="2735639" cy="257804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A5A228E-7521-379F-A9CB-C3956D4C9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09" t="69325" r="11644" b="21706"/>
            <a:stretch/>
          </p:blipFill>
          <p:spPr>
            <a:xfrm>
              <a:off x="7676941" y="1732010"/>
              <a:ext cx="2735639" cy="257804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BDF6CD-B63F-FC11-6D1E-64408A5BF35A}"/>
                </a:ext>
              </a:extLst>
            </p:cNvPr>
            <p:cNvGrpSpPr/>
            <p:nvPr/>
          </p:nvGrpSpPr>
          <p:grpSpPr>
            <a:xfrm>
              <a:off x="878653" y="4137749"/>
              <a:ext cx="5439044" cy="2538873"/>
              <a:chOff x="1154269" y="4279563"/>
              <a:chExt cx="4522631" cy="211110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63C1B0F-4D85-7FF8-5EBB-16CF48669A62}"/>
                  </a:ext>
                </a:extLst>
              </p:cNvPr>
              <p:cNvGrpSpPr/>
              <p:nvPr/>
            </p:nvGrpSpPr>
            <p:grpSpPr>
              <a:xfrm>
                <a:off x="1154269" y="4279563"/>
                <a:ext cx="4522631" cy="2111104"/>
                <a:chOff x="1154269" y="4279562"/>
                <a:chExt cx="4859909" cy="2268541"/>
              </a:xfrm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B0B33154-D9A8-D036-EB90-592B271E64EC}"/>
                    </a:ext>
                  </a:extLst>
                </p:cNvPr>
                <p:cNvSpPr/>
                <p:nvPr/>
              </p:nvSpPr>
              <p:spPr>
                <a:xfrm>
                  <a:off x="1154269" y="4279562"/>
                  <a:ext cx="4859909" cy="2268541"/>
                </a:xfrm>
                <a:prstGeom prst="roundRect">
                  <a:avLst>
                    <a:gd name="adj" fmla="val 3858"/>
                  </a:avLst>
                </a:prstGeom>
                <a:solidFill>
                  <a:schemeClr val="bg1"/>
                </a:solidFill>
                <a:ln>
                  <a:solidFill>
                    <a:srgbClr val="D7D7D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dirty="0"/>
                </a:p>
              </p:txBody>
            </p: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7D7B16FE-7DDD-CC32-6FD1-0DA04F2EA1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077" t="8832" r="31888" b="69899"/>
                <a:stretch/>
              </p:blipFill>
              <p:spPr>
                <a:xfrm>
                  <a:off x="1375230" y="4409436"/>
                  <a:ext cx="4367480" cy="1375049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4FA3CFF6-5832-F93C-604B-1EB8885A78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3790" t="8342" r="39426" b="85545"/>
                <a:stretch/>
              </p:blipFill>
              <p:spPr>
                <a:xfrm>
                  <a:off x="1328642" y="5784485"/>
                  <a:ext cx="1627667" cy="395253"/>
                </a:xfrm>
                <a:prstGeom prst="rect">
                  <a:avLst/>
                </a:prstGeom>
              </p:spPr>
            </p:pic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8D5526A-0E24-7E6C-B2A9-726E0ED100EA}"/>
                    </a:ext>
                  </a:extLst>
                </p:cNvPr>
                <p:cNvSpPr/>
                <p:nvPr/>
              </p:nvSpPr>
              <p:spPr>
                <a:xfrm>
                  <a:off x="3392682" y="4826545"/>
                  <a:ext cx="2396616" cy="12796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1D808B3-C58A-5FC4-E563-AD1B669DB0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2371" t="13675" r="31836" b="73001"/>
                <a:stretch/>
              </p:blipFill>
              <p:spPr>
                <a:xfrm>
                  <a:off x="3241344" y="4349841"/>
                  <a:ext cx="2501366" cy="861447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E301931E-55F0-24D6-342E-D644F7E1CF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3240" t="8832" r="2612" b="76004"/>
                <a:stretch/>
              </p:blipFill>
              <p:spPr>
                <a:xfrm>
                  <a:off x="3553881" y="5096960"/>
                  <a:ext cx="2341839" cy="980325"/>
                </a:xfrm>
                <a:prstGeom prst="rect">
                  <a:avLst/>
                </a:prstGeom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8C0F632-5257-96A8-7F33-82EA43566202}"/>
                    </a:ext>
                  </a:extLst>
                </p:cNvPr>
                <p:cNvSpPr txBox="1"/>
                <p:nvPr/>
              </p:nvSpPr>
              <p:spPr>
                <a:xfrm>
                  <a:off x="1951784" y="6085202"/>
                  <a:ext cx="3977265" cy="4125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base line (pertaining pure cond.)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BDDE3A23-8E68-623E-8877-60822EC77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02556" y="6291263"/>
                  <a:ext cx="47863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118FFBC0-C638-80EF-2AD0-923A10C43B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4756150"/>
                <a:ext cx="0" cy="160339"/>
              </a:xfrm>
              <a:prstGeom prst="line">
                <a:avLst/>
              </a:prstGeom>
              <a:ln w="28575">
                <a:solidFill>
                  <a:srgbClr val="8000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B15FB86-D2FA-30C2-2634-E336EBF37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5102225"/>
                <a:ext cx="0" cy="150814"/>
              </a:xfrm>
              <a:prstGeom prst="line">
                <a:avLst/>
              </a:prstGeom>
              <a:ln w="28575">
                <a:solidFill>
                  <a:srgbClr val="00B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3A7EF80-8110-8DAA-0454-EDFED7D5A3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5432425"/>
                <a:ext cx="0" cy="166690"/>
              </a:xfrm>
              <a:prstGeom prst="line">
                <a:avLst/>
              </a:prstGeom>
              <a:ln w="28575">
                <a:solidFill>
                  <a:srgbClr val="7DFFB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7DC574C-A7BC-3628-7BA0-2A1F9AAC81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6400" y="5756275"/>
                <a:ext cx="0" cy="157164"/>
              </a:xfrm>
              <a:prstGeom prst="line">
                <a:avLst/>
              </a:prstGeom>
              <a:ln w="28575">
                <a:solidFill>
                  <a:srgbClr val="FFAE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643E075-4F75-2B58-A778-7112F9A70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1875" y="4438650"/>
                <a:ext cx="0" cy="15716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5588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22</cp:revision>
  <dcterms:created xsi:type="dcterms:W3CDTF">2025-08-11T10:16:35Z</dcterms:created>
  <dcterms:modified xsi:type="dcterms:W3CDTF">2025-08-28T09:14:56Z</dcterms:modified>
</cp:coreProperties>
</file>