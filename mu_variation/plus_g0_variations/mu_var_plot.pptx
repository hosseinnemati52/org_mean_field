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905"/>
    <a:srgbClr val="FDB763"/>
    <a:srgbClr val="87FFAF"/>
    <a:srgbClr val="11A0F1"/>
    <a:srgbClr val="7C06FF"/>
    <a:srgbClr val="FF0603"/>
    <a:srgbClr val="88FFAF"/>
    <a:srgbClr val="03B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-10" y="-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5BFE-0122-2934-5D3D-9151801D0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F7633-D1CB-CA58-46CC-4B73FD9A6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F1357-8198-1B58-3594-01FD8F774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65A44-6780-E00B-852E-5D6DD963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A65D4-13FB-23D3-898F-55CD5EDC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14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74EB-F148-C2F9-25D6-5BC431A3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0A66-177E-4653-8E4B-CC1EEB983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6421E-0093-0201-AE94-011C8427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C40BF-4B3B-BD5A-7991-14DD3D5A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F7613-00B8-4A7E-9FD4-4F1F9A7C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4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5B40-FAB0-1E36-56D6-7073230B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AFCD6-05EB-7D97-21DE-E83400265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20B82-03B1-2D11-75B0-5106FE74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89258-D29A-37B3-D15F-075334A7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544CF-F989-2F5C-CBFF-42E49D05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5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2C28-3828-A980-9D42-611E609C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7FC19-D76B-18C3-D8DD-6310E94B7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9D849-EE24-5732-A819-54ED1D809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1BA8D-15B7-DA7E-4B67-A031B377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ED4F8-6BB5-4899-54AD-30B830DD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94DEC-AA81-E11A-2AF7-C3715EDA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4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3DEC-7F9D-38ED-AF0D-E4926B34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93DB9-228A-A95B-0A36-99B19CB61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44D37-6266-0CC5-81F2-E8624199F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21CB36-C884-179F-2270-987BE783A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0A048-8C25-9EBC-520D-87CD16B5F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3C993-CC3E-E2D8-ED53-F8BB56A9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4DC03-9EA3-57DE-6F72-D52536C1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679CD-66E4-7A85-5E76-9D7793B3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4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DFD9-1D32-17FA-0EF1-8E708FA4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EC03F-0885-381D-1E1E-4E82CBAF1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F1686-B9B2-3AAF-B441-95D2E07A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EFF11-0248-B8AD-BC8B-86847DD2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A43FB-C9CB-F5B3-0CCE-0629D615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2994D-39D8-C10C-A160-94673464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E306D-87E6-4929-B679-4786FC57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7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DC42-3107-0563-0BBD-C3FBBA2D3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F185-58AA-2DD3-E5D2-586DBE32F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5B344-2C5A-A586-F9DC-1E6A38EED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A36BB-E905-92D4-B133-FD281D8AE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17D-9831-6666-2B3D-5AC7DEBD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D6E67-2FBB-7ECA-04DF-25E6BB63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44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E4B4-1169-B4B7-F4A5-224A703A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56DAC0-9164-1663-2BE5-35F01C90A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1BC30-6DD6-DCB4-D947-D3CCE38BC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72AFD-D68B-5404-28DB-768EA0ACF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36881-276D-208B-40ED-9C2E2E336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23007-AEC4-0F9F-E18C-CB706CEA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FA2B-16AD-C000-9398-1239BDC1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2C57B-DD26-119E-312F-FB07CBBBA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90A8-2F01-D83B-252D-49598DC0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1F707-B775-9EA9-2232-4101B5EA9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12D12-4717-0548-CD2F-7DB14B94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4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9A5C1-1691-0BFA-E3B4-02514CD38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750AB-2791-12DE-9D79-131ECDBDE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27A01-3E82-4A28-4C54-DB052807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6DE05-96DE-3A5E-FA2D-21089EE5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CEACE-3F54-2122-3A18-A8F52E1D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7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2811-5746-361B-8B18-B9A5DFB4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D2F2-9DA3-8181-613D-A11F8DB2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D539B-89CC-3D92-DC74-7173E447C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43ECE-1D35-88B5-AFA8-EC3199704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06D19-C958-23EE-37D4-3CDF9BD95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3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091779-95AE-C52A-10B3-DDFC60A5BE72}"/>
              </a:ext>
            </a:extLst>
          </p:cNvPr>
          <p:cNvGrpSpPr/>
          <p:nvPr/>
        </p:nvGrpSpPr>
        <p:grpSpPr>
          <a:xfrm>
            <a:off x="184825" y="155643"/>
            <a:ext cx="11641018" cy="6498076"/>
            <a:chOff x="1152151" y="496131"/>
            <a:chExt cx="9327962" cy="5206916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334BEB3-0EF2-2951-9A24-0A2BF238A941}"/>
                </a:ext>
              </a:extLst>
            </p:cNvPr>
            <p:cNvGrpSpPr/>
            <p:nvPr/>
          </p:nvGrpSpPr>
          <p:grpSpPr>
            <a:xfrm>
              <a:off x="1152151" y="2191802"/>
              <a:ext cx="4458448" cy="3511245"/>
              <a:chOff x="1152151" y="2191802"/>
              <a:chExt cx="4458448" cy="351124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0EFE898-0BF8-29FA-48A1-461D3573A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492" t="31662" r="18972" b="3913"/>
              <a:stretch/>
            </p:blipFill>
            <p:spPr>
              <a:xfrm>
                <a:off x="1152151" y="2191802"/>
                <a:ext cx="4458448" cy="3511245"/>
              </a:xfrm>
              <a:prstGeom prst="rect">
                <a:avLst/>
              </a:prstGeom>
            </p:spPr>
          </p:pic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C2967156-75D6-DF81-7BDB-D6939C6BEE72}"/>
                  </a:ext>
                </a:extLst>
              </p:cNvPr>
              <p:cNvSpPr/>
              <p:nvPr/>
            </p:nvSpPr>
            <p:spPr>
              <a:xfrm rot="18900000">
                <a:off x="5189352" y="2421392"/>
                <a:ext cx="248518" cy="693450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184" h="768435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45424" y="642820"/>
                      <a:pt x="72881" y="768435"/>
                    </a:cubicBezTo>
                    <a:lnTo>
                      <a:pt x="0" y="726347"/>
                    </a:ln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72255D4-E184-1771-7AE3-6879B6A5C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4736315" y="2279255"/>
                <a:ext cx="333476" cy="294244"/>
              </a:xfrm>
              <a:prstGeom prst="rect">
                <a:avLst/>
              </a:prstGeom>
            </p:spPr>
          </p:pic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92BD68E-25AD-A832-01DD-7E3161911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91" t="6390" b="68286"/>
            <a:stretch/>
          </p:blipFill>
          <p:spPr>
            <a:xfrm>
              <a:off x="2798447" y="496131"/>
              <a:ext cx="6385560" cy="138017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0B5B69-4F98-6138-608A-95BAB6AE6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03" t="31626" r="4358" b="16003"/>
            <a:stretch/>
          </p:blipFill>
          <p:spPr>
            <a:xfrm>
              <a:off x="9495862" y="2191802"/>
              <a:ext cx="984251" cy="2854325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3C8E0E8-FD91-DE66-0444-EA895D168F6A}"/>
                </a:ext>
              </a:extLst>
            </p:cNvPr>
            <p:cNvGrpSpPr/>
            <p:nvPr/>
          </p:nvGrpSpPr>
          <p:grpSpPr>
            <a:xfrm>
              <a:off x="5717363" y="2191802"/>
              <a:ext cx="3537360" cy="1307405"/>
              <a:chOff x="5717363" y="2191802"/>
              <a:chExt cx="3537360" cy="130740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43F20B2-D7EB-C924-B2F1-47E4D08F7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175" b="28384"/>
              <a:stretch/>
            </p:blipFill>
            <p:spPr>
              <a:xfrm>
                <a:off x="5717363" y="2191802"/>
                <a:ext cx="3537360" cy="1307405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A0BB946-1F74-844F-17F7-E0BAFFB444E8}"/>
                  </a:ext>
                </a:extLst>
              </p:cNvPr>
              <p:cNvSpPr/>
              <p:nvPr/>
            </p:nvSpPr>
            <p:spPr>
              <a:xfrm>
                <a:off x="6585328" y="3446898"/>
                <a:ext cx="257932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069022D-714B-EE81-7E67-A19115E88AD3}"/>
                  </a:ext>
                </a:extLst>
              </p:cNvPr>
              <p:cNvSpPr/>
              <p:nvPr/>
            </p:nvSpPr>
            <p:spPr>
              <a:xfrm rot="19793059">
                <a:off x="8431120" y="2387522"/>
                <a:ext cx="180011" cy="814798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0413 w 323184"/>
                  <a:gd name="connsiteY0" fmla="*/ 0 h 751340"/>
                  <a:gd name="connsiteX1" fmla="*/ 323184 w 323184"/>
                  <a:gd name="connsiteY1" fmla="*/ 228916 h 751340"/>
                  <a:gd name="connsiteX2" fmla="*/ 219779 w 323184"/>
                  <a:gd name="connsiteY2" fmla="*/ 228916 h 751340"/>
                  <a:gd name="connsiteX3" fmla="*/ 211059 w 323184"/>
                  <a:gd name="connsiteY3" fmla="*/ 361658 h 751340"/>
                  <a:gd name="connsiteX4" fmla="*/ 92189 w 323184"/>
                  <a:gd name="connsiteY4" fmla="*/ 751340 h 751340"/>
                  <a:gd name="connsiteX5" fmla="*/ 0 w 323184"/>
                  <a:gd name="connsiteY5" fmla="*/ 726347 h 751340"/>
                  <a:gd name="connsiteX6" fmla="*/ 127621 w 323184"/>
                  <a:gd name="connsiteY6" fmla="*/ 350649 h 751340"/>
                  <a:gd name="connsiteX7" fmla="*/ 135618 w 323184"/>
                  <a:gd name="connsiteY7" fmla="*/ 228916 h 751340"/>
                  <a:gd name="connsiteX8" fmla="*/ 57641 w 323184"/>
                  <a:gd name="connsiteY8" fmla="*/ 228916 h 751340"/>
                  <a:gd name="connsiteX9" fmla="*/ 190413 w 323184"/>
                  <a:gd name="connsiteY9" fmla="*/ 0 h 75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184" h="751340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64732" y="625725"/>
                      <a:pt x="92189" y="751340"/>
                    </a:cubicBezTo>
                    <a:cubicBezTo>
                      <a:pt x="67895" y="737311"/>
                      <a:pt x="24294" y="740376"/>
                      <a:pt x="0" y="726347"/>
                    </a:cubicBez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lnTo>
                      <a:pt x="19041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B1A1B612-1B88-78C3-FD8B-10C564F5A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085522" y="2287278"/>
                <a:ext cx="234574" cy="206977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128D786-3270-7BA5-2558-0E18BECC0D40}"/>
                </a:ext>
              </a:extLst>
            </p:cNvPr>
            <p:cNvGrpSpPr/>
            <p:nvPr/>
          </p:nvGrpSpPr>
          <p:grpSpPr>
            <a:xfrm>
              <a:off x="5717363" y="3602850"/>
              <a:ext cx="3466644" cy="1898467"/>
              <a:chOff x="5717363" y="3602850"/>
              <a:chExt cx="3466644" cy="189846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F96C420-A5D6-00FF-4D55-76BB58A2FA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035" r="1772" b="7275"/>
              <a:stretch/>
            </p:blipFill>
            <p:spPr>
              <a:xfrm>
                <a:off x="5717363" y="3602850"/>
                <a:ext cx="3466644" cy="1898467"/>
              </a:xfrm>
              <a:prstGeom prst="rect">
                <a:avLst/>
              </a:prstGeom>
            </p:spPr>
          </p:pic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705C6F7-6DA0-F426-1F92-F048F1A07925}"/>
                  </a:ext>
                </a:extLst>
              </p:cNvPr>
              <p:cNvSpPr/>
              <p:nvPr/>
            </p:nvSpPr>
            <p:spPr>
              <a:xfrm rot="12600000" flipH="1">
                <a:off x="8510950" y="3938234"/>
                <a:ext cx="203753" cy="880942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3994 w 326765"/>
                  <a:gd name="connsiteY0" fmla="*/ 0 h 768435"/>
                  <a:gd name="connsiteX1" fmla="*/ 326765 w 326765"/>
                  <a:gd name="connsiteY1" fmla="*/ 228916 h 768435"/>
                  <a:gd name="connsiteX2" fmla="*/ 223360 w 326765"/>
                  <a:gd name="connsiteY2" fmla="*/ 228916 h 768435"/>
                  <a:gd name="connsiteX3" fmla="*/ 214640 w 326765"/>
                  <a:gd name="connsiteY3" fmla="*/ 361658 h 768435"/>
                  <a:gd name="connsiteX4" fmla="*/ 76462 w 326765"/>
                  <a:gd name="connsiteY4" fmla="*/ 768435 h 768435"/>
                  <a:gd name="connsiteX5" fmla="*/ 0 w 326765"/>
                  <a:gd name="connsiteY5" fmla="*/ 758801 h 768435"/>
                  <a:gd name="connsiteX6" fmla="*/ 131202 w 326765"/>
                  <a:gd name="connsiteY6" fmla="*/ 350649 h 768435"/>
                  <a:gd name="connsiteX7" fmla="*/ 139199 w 326765"/>
                  <a:gd name="connsiteY7" fmla="*/ 228916 h 768435"/>
                  <a:gd name="connsiteX8" fmla="*/ 61222 w 326765"/>
                  <a:gd name="connsiteY8" fmla="*/ 228916 h 768435"/>
                  <a:gd name="connsiteX9" fmla="*/ 193994 w 326765"/>
                  <a:gd name="connsiteY9" fmla="*/ 0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6765" h="768435">
                    <a:moveTo>
                      <a:pt x="193994" y="0"/>
                    </a:moveTo>
                    <a:lnTo>
                      <a:pt x="326765" y="228916"/>
                    </a:lnTo>
                    <a:lnTo>
                      <a:pt x="223360" y="228916"/>
                    </a:lnTo>
                    <a:lnTo>
                      <a:pt x="214640" y="361658"/>
                    </a:lnTo>
                    <a:cubicBezTo>
                      <a:pt x="195784" y="504541"/>
                      <a:pt x="149005" y="642820"/>
                      <a:pt x="76462" y="768435"/>
                    </a:cubicBezTo>
                    <a:cubicBezTo>
                      <a:pt x="52168" y="754406"/>
                      <a:pt x="24294" y="772830"/>
                      <a:pt x="0" y="758801"/>
                    </a:cubicBezTo>
                    <a:cubicBezTo>
                      <a:pt x="67001" y="642784"/>
                      <a:pt x="113787" y="482615"/>
                      <a:pt x="131202" y="350649"/>
                    </a:cubicBezTo>
                    <a:lnTo>
                      <a:pt x="139199" y="228916"/>
                    </a:lnTo>
                    <a:lnTo>
                      <a:pt x="61222" y="228916"/>
                    </a:lnTo>
                    <a:lnTo>
                      <a:pt x="19399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AEDC93F2-FC7F-D0EA-BFDD-AA3AE9A54C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151027" y="4658751"/>
                <a:ext cx="234574" cy="206977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AF785E-0F24-02F9-4E4B-C9A269CCF974}"/>
                </a:ext>
              </a:extLst>
            </p:cNvPr>
            <p:cNvSpPr txBox="1"/>
            <p:nvPr/>
          </p:nvSpPr>
          <p:spPr>
            <a:xfrm>
              <a:off x="1804252" y="1822470"/>
              <a:ext cx="442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F2AC34-5184-3000-B30F-DB0A9B671989}"/>
                </a:ext>
              </a:extLst>
            </p:cNvPr>
            <p:cNvSpPr txBox="1"/>
            <p:nvPr/>
          </p:nvSpPr>
          <p:spPr>
            <a:xfrm>
              <a:off x="6600453" y="1822470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5AFA0D7-514F-BDE5-F896-8D7A73BDE50B}"/>
                </a:ext>
              </a:extLst>
            </p:cNvPr>
            <p:cNvSpPr txBox="1"/>
            <p:nvPr/>
          </p:nvSpPr>
          <p:spPr>
            <a:xfrm>
              <a:off x="6603948" y="337283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008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ock Arc 5">
            <a:extLst>
              <a:ext uri="{FF2B5EF4-FFF2-40B4-BE49-F238E27FC236}">
                <a16:creationId xmlns:a16="http://schemas.microsoft.com/office/drawing/2014/main" id="{60C14D7E-58B9-5457-7B82-698E2DE13754}"/>
              </a:ext>
            </a:extLst>
          </p:cNvPr>
          <p:cNvSpPr/>
          <p:nvPr/>
        </p:nvSpPr>
        <p:spPr>
          <a:xfrm rot="8100000">
            <a:off x="4812362" y="2582298"/>
            <a:ext cx="2203151" cy="2203151"/>
          </a:xfrm>
          <a:prstGeom prst="blockArc">
            <a:avLst>
              <a:gd name="adj1" fmla="val 10800000"/>
              <a:gd name="adj2" fmla="val 12600388"/>
              <a:gd name="adj3" fmla="val 38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46F2BC13-6EBB-D6BE-B283-886A6E6184DD}"/>
              </a:ext>
            </a:extLst>
          </p:cNvPr>
          <p:cNvSpPr/>
          <p:nvPr/>
        </p:nvSpPr>
        <p:spPr>
          <a:xfrm rot="18900000">
            <a:off x="6465914" y="2738888"/>
            <a:ext cx="265543" cy="22891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E05945F-7D9E-4106-E2CC-0023B74F9672}"/>
              </a:ext>
            </a:extLst>
          </p:cNvPr>
          <p:cNvSpPr/>
          <p:nvPr/>
        </p:nvSpPr>
        <p:spPr>
          <a:xfrm rot="18900000">
            <a:off x="7496462" y="2153208"/>
            <a:ext cx="323184" cy="768435"/>
          </a:xfrm>
          <a:custGeom>
            <a:avLst/>
            <a:gdLst>
              <a:gd name="connsiteX0" fmla="*/ 190413 w 323184"/>
              <a:gd name="connsiteY0" fmla="*/ 0 h 768435"/>
              <a:gd name="connsiteX1" fmla="*/ 323184 w 323184"/>
              <a:gd name="connsiteY1" fmla="*/ 228916 h 768435"/>
              <a:gd name="connsiteX2" fmla="*/ 219779 w 323184"/>
              <a:gd name="connsiteY2" fmla="*/ 228916 h 768435"/>
              <a:gd name="connsiteX3" fmla="*/ 211059 w 323184"/>
              <a:gd name="connsiteY3" fmla="*/ 361658 h 768435"/>
              <a:gd name="connsiteX4" fmla="*/ 72881 w 323184"/>
              <a:gd name="connsiteY4" fmla="*/ 768435 h 768435"/>
              <a:gd name="connsiteX5" fmla="*/ 0 w 323184"/>
              <a:gd name="connsiteY5" fmla="*/ 726347 h 768435"/>
              <a:gd name="connsiteX6" fmla="*/ 127621 w 323184"/>
              <a:gd name="connsiteY6" fmla="*/ 350649 h 768435"/>
              <a:gd name="connsiteX7" fmla="*/ 135618 w 323184"/>
              <a:gd name="connsiteY7" fmla="*/ 228916 h 768435"/>
              <a:gd name="connsiteX8" fmla="*/ 57641 w 323184"/>
              <a:gd name="connsiteY8" fmla="*/ 228916 h 76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3184" h="768435">
                <a:moveTo>
                  <a:pt x="190413" y="0"/>
                </a:moveTo>
                <a:lnTo>
                  <a:pt x="323184" y="228916"/>
                </a:lnTo>
                <a:lnTo>
                  <a:pt x="219779" y="228916"/>
                </a:lnTo>
                <a:lnTo>
                  <a:pt x="211059" y="361658"/>
                </a:lnTo>
                <a:cubicBezTo>
                  <a:pt x="192203" y="504541"/>
                  <a:pt x="145424" y="642820"/>
                  <a:pt x="72881" y="768435"/>
                </a:cubicBezTo>
                <a:lnTo>
                  <a:pt x="0" y="726347"/>
                </a:lnTo>
                <a:cubicBezTo>
                  <a:pt x="67001" y="610330"/>
                  <a:pt x="110206" y="482615"/>
                  <a:pt x="127621" y="350649"/>
                </a:cubicBezTo>
                <a:lnTo>
                  <a:pt x="135618" y="228916"/>
                </a:lnTo>
                <a:lnTo>
                  <a:pt x="57641" y="228916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1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334BEB3-0EF2-2951-9A24-0A2BF238A941}"/>
              </a:ext>
            </a:extLst>
          </p:cNvPr>
          <p:cNvGrpSpPr/>
          <p:nvPr/>
        </p:nvGrpSpPr>
        <p:grpSpPr>
          <a:xfrm>
            <a:off x="1152151" y="2191802"/>
            <a:ext cx="4458448" cy="3511245"/>
            <a:chOff x="1152151" y="2191802"/>
            <a:chExt cx="4458448" cy="35112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FE898-0BF8-29FA-48A1-461D3573A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92" t="31662" r="18972" b="3913"/>
            <a:stretch/>
          </p:blipFill>
          <p:spPr>
            <a:xfrm>
              <a:off x="1152151" y="2191802"/>
              <a:ext cx="4458448" cy="3511245"/>
            </a:xfrm>
            <a:prstGeom prst="rect">
              <a:avLst/>
            </a:prstGeom>
          </p:spPr>
        </p:pic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2967156-75D6-DF81-7BDB-D6939C6BEE72}"/>
                </a:ext>
              </a:extLst>
            </p:cNvPr>
            <p:cNvSpPr/>
            <p:nvPr/>
          </p:nvSpPr>
          <p:spPr>
            <a:xfrm rot="18900000">
              <a:off x="5189352" y="2421392"/>
              <a:ext cx="248518" cy="693450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184" h="768435">
                  <a:moveTo>
                    <a:pt x="190413" y="0"/>
                  </a:moveTo>
                  <a:lnTo>
                    <a:pt x="323184" y="228916"/>
                  </a:lnTo>
                  <a:lnTo>
                    <a:pt x="219779" y="228916"/>
                  </a:lnTo>
                  <a:lnTo>
                    <a:pt x="211059" y="361658"/>
                  </a:lnTo>
                  <a:cubicBezTo>
                    <a:pt x="192203" y="504541"/>
                    <a:pt x="145424" y="642820"/>
                    <a:pt x="72881" y="768435"/>
                  </a:cubicBezTo>
                  <a:lnTo>
                    <a:pt x="0" y="726347"/>
                  </a:lnTo>
                  <a:cubicBezTo>
                    <a:pt x="67001" y="610330"/>
                    <a:pt x="110206" y="482615"/>
                    <a:pt x="127621" y="350649"/>
                  </a:cubicBezTo>
                  <a:lnTo>
                    <a:pt x="135618" y="228916"/>
                  </a:lnTo>
                  <a:lnTo>
                    <a:pt x="57641" y="22891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72255D4-E184-1771-7AE3-6879B6A5C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4736315" y="2279255"/>
              <a:ext cx="333476" cy="294244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092BD68E-25AD-A832-01DD-7E3161911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1" t="6390" b="68286"/>
          <a:stretch/>
        </p:blipFill>
        <p:spPr>
          <a:xfrm>
            <a:off x="2798447" y="530028"/>
            <a:ext cx="6385560" cy="13801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60B5B69-4F98-6138-608A-95BAB6AE6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03" t="31626" r="4358" b="16003"/>
          <a:stretch/>
        </p:blipFill>
        <p:spPr>
          <a:xfrm>
            <a:off x="9425146" y="2191802"/>
            <a:ext cx="984251" cy="285432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0975123-C22F-4E12-932A-75A74231474B}"/>
              </a:ext>
            </a:extLst>
          </p:cNvPr>
          <p:cNvGrpSpPr/>
          <p:nvPr/>
        </p:nvGrpSpPr>
        <p:grpSpPr>
          <a:xfrm>
            <a:off x="5892002" y="2058459"/>
            <a:ext cx="3378099" cy="3424965"/>
            <a:chOff x="5892002" y="193921"/>
            <a:chExt cx="5433742" cy="550912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A672153-A87D-FE55-5214-CABE69B2D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008"/>
            <a:stretch/>
          </p:blipFill>
          <p:spPr>
            <a:xfrm>
              <a:off x="5894865" y="2589629"/>
              <a:ext cx="5430879" cy="311341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51708E3-7647-AC59-4FD2-214E8D366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0" t="12539" r="-1" b="23328"/>
            <a:stretch/>
          </p:blipFill>
          <p:spPr>
            <a:xfrm>
              <a:off x="5892002" y="193921"/>
              <a:ext cx="5433742" cy="2345747"/>
            </a:xfrm>
            <a:prstGeom prst="rect">
              <a:avLst/>
            </a:prstGeom>
          </p:spPr>
        </p:pic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069022D-714B-EE81-7E67-A19115E88AD3}"/>
              </a:ext>
            </a:extLst>
          </p:cNvPr>
          <p:cNvSpPr/>
          <p:nvPr/>
        </p:nvSpPr>
        <p:spPr>
          <a:xfrm rot="19793059">
            <a:off x="8469831" y="2335829"/>
            <a:ext cx="180011" cy="833337"/>
          </a:xfrm>
          <a:custGeom>
            <a:avLst/>
            <a:gdLst>
              <a:gd name="connsiteX0" fmla="*/ 190413 w 323184"/>
              <a:gd name="connsiteY0" fmla="*/ 0 h 768435"/>
              <a:gd name="connsiteX1" fmla="*/ 323184 w 323184"/>
              <a:gd name="connsiteY1" fmla="*/ 228916 h 768435"/>
              <a:gd name="connsiteX2" fmla="*/ 219779 w 323184"/>
              <a:gd name="connsiteY2" fmla="*/ 228916 h 768435"/>
              <a:gd name="connsiteX3" fmla="*/ 211059 w 323184"/>
              <a:gd name="connsiteY3" fmla="*/ 361658 h 768435"/>
              <a:gd name="connsiteX4" fmla="*/ 72881 w 323184"/>
              <a:gd name="connsiteY4" fmla="*/ 768435 h 768435"/>
              <a:gd name="connsiteX5" fmla="*/ 0 w 323184"/>
              <a:gd name="connsiteY5" fmla="*/ 726347 h 768435"/>
              <a:gd name="connsiteX6" fmla="*/ 127621 w 323184"/>
              <a:gd name="connsiteY6" fmla="*/ 350649 h 768435"/>
              <a:gd name="connsiteX7" fmla="*/ 135618 w 323184"/>
              <a:gd name="connsiteY7" fmla="*/ 228916 h 768435"/>
              <a:gd name="connsiteX8" fmla="*/ 57641 w 323184"/>
              <a:gd name="connsiteY8" fmla="*/ 228916 h 76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3184" h="768435">
                <a:moveTo>
                  <a:pt x="190413" y="0"/>
                </a:moveTo>
                <a:lnTo>
                  <a:pt x="323184" y="228916"/>
                </a:lnTo>
                <a:lnTo>
                  <a:pt x="219779" y="228916"/>
                </a:lnTo>
                <a:lnTo>
                  <a:pt x="211059" y="361658"/>
                </a:lnTo>
                <a:cubicBezTo>
                  <a:pt x="192203" y="504541"/>
                  <a:pt x="145424" y="642820"/>
                  <a:pt x="72881" y="768435"/>
                </a:cubicBezTo>
                <a:lnTo>
                  <a:pt x="0" y="726347"/>
                </a:lnTo>
                <a:cubicBezTo>
                  <a:pt x="67001" y="610330"/>
                  <a:pt x="110206" y="482615"/>
                  <a:pt x="127621" y="350649"/>
                </a:cubicBezTo>
                <a:lnTo>
                  <a:pt x="135618" y="228916"/>
                </a:lnTo>
                <a:lnTo>
                  <a:pt x="57641" y="228916"/>
                </a:lnTo>
                <a:close/>
              </a:path>
            </a:pathLst>
          </a:custGeom>
          <a:gradFill flip="none" rotWithShape="1">
            <a:gsLst>
              <a:gs pos="0">
                <a:srgbClr val="7C06FF"/>
              </a:gs>
              <a:gs pos="35000">
                <a:srgbClr val="11A0F1"/>
              </a:gs>
              <a:gs pos="82000">
                <a:srgbClr val="FDB763"/>
              </a:gs>
              <a:gs pos="62000">
                <a:srgbClr val="87FFAF"/>
              </a:gs>
              <a:gs pos="100000">
                <a:srgbClr val="FF0905"/>
              </a:gs>
            </a:gsLst>
            <a:lin ang="16200000" scaled="0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1A1B612-1B88-78C3-FD8B-10C564F5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04529" y="2205601"/>
            <a:ext cx="234574" cy="206977"/>
          </a:xfrm>
          <a:prstGeom prst="rect">
            <a:avLst/>
          </a:prstGeom>
        </p:spPr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705C6F7-6DA0-F426-1F92-F048F1A07925}"/>
              </a:ext>
            </a:extLst>
          </p:cNvPr>
          <p:cNvSpPr/>
          <p:nvPr/>
        </p:nvSpPr>
        <p:spPr>
          <a:xfrm rot="12600000" flipH="1">
            <a:off x="8508239" y="3684549"/>
            <a:ext cx="201520" cy="880942"/>
          </a:xfrm>
          <a:custGeom>
            <a:avLst/>
            <a:gdLst>
              <a:gd name="connsiteX0" fmla="*/ 190413 w 323184"/>
              <a:gd name="connsiteY0" fmla="*/ 0 h 768435"/>
              <a:gd name="connsiteX1" fmla="*/ 323184 w 323184"/>
              <a:gd name="connsiteY1" fmla="*/ 228916 h 768435"/>
              <a:gd name="connsiteX2" fmla="*/ 219779 w 323184"/>
              <a:gd name="connsiteY2" fmla="*/ 228916 h 768435"/>
              <a:gd name="connsiteX3" fmla="*/ 211059 w 323184"/>
              <a:gd name="connsiteY3" fmla="*/ 361658 h 768435"/>
              <a:gd name="connsiteX4" fmla="*/ 72881 w 323184"/>
              <a:gd name="connsiteY4" fmla="*/ 768435 h 768435"/>
              <a:gd name="connsiteX5" fmla="*/ 0 w 323184"/>
              <a:gd name="connsiteY5" fmla="*/ 726347 h 768435"/>
              <a:gd name="connsiteX6" fmla="*/ 127621 w 323184"/>
              <a:gd name="connsiteY6" fmla="*/ 350649 h 768435"/>
              <a:gd name="connsiteX7" fmla="*/ 135618 w 323184"/>
              <a:gd name="connsiteY7" fmla="*/ 228916 h 768435"/>
              <a:gd name="connsiteX8" fmla="*/ 57641 w 323184"/>
              <a:gd name="connsiteY8" fmla="*/ 228916 h 76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3184" h="768435">
                <a:moveTo>
                  <a:pt x="190413" y="0"/>
                </a:moveTo>
                <a:lnTo>
                  <a:pt x="323184" y="228916"/>
                </a:lnTo>
                <a:lnTo>
                  <a:pt x="219779" y="228916"/>
                </a:lnTo>
                <a:lnTo>
                  <a:pt x="211059" y="361658"/>
                </a:lnTo>
                <a:cubicBezTo>
                  <a:pt x="192203" y="504541"/>
                  <a:pt x="145424" y="642820"/>
                  <a:pt x="72881" y="768435"/>
                </a:cubicBezTo>
                <a:lnTo>
                  <a:pt x="0" y="726347"/>
                </a:lnTo>
                <a:cubicBezTo>
                  <a:pt x="67001" y="610330"/>
                  <a:pt x="110206" y="482615"/>
                  <a:pt x="127621" y="350649"/>
                </a:cubicBezTo>
                <a:lnTo>
                  <a:pt x="135618" y="228916"/>
                </a:lnTo>
                <a:lnTo>
                  <a:pt x="57641" y="228916"/>
                </a:lnTo>
                <a:close/>
              </a:path>
            </a:pathLst>
          </a:custGeom>
          <a:gradFill flip="none" rotWithShape="1">
            <a:gsLst>
              <a:gs pos="0">
                <a:srgbClr val="7C06FF"/>
              </a:gs>
              <a:gs pos="35000">
                <a:srgbClr val="11A0F1"/>
              </a:gs>
              <a:gs pos="82000">
                <a:srgbClr val="FDB763"/>
              </a:gs>
              <a:gs pos="62000">
                <a:srgbClr val="87FFAF"/>
              </a:gs>
              <a:gs pos="100000">
                <a:srgbClr val="FF0905"/>
              </a:gs>
            </a:gsLst>
            <a:lin ang="16200000" scaled="0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EDC93F2-FC7F-D0EA-BFDD-AA3AE9A54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79897" y="4565883"/>
            <a:ext cx="234574" cy="20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35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0061FC2E-A765-14DA-CA4C-318D59804BC0}"/>
              </a:ext>
            </a:extLst>
          </p:cNvPr>
          <p:cNvGrpSpPr/>
          <p:nvPr/>
        </p:nvGrpSpPr>
        <p:grpSpPr>
          <a:xfrm>
            <a:off x="6714711" y="1020300"/>
            <a:ext cx="3928988" cy="3685050"/>
            <a:chOff x="6714711" y="1020300"/>
            <a:chExt cx="4499390" cy="422003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8DAB068-7071-100A-4E25-8F2E52FE0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85" r="19098" b="6380"/>
            <a:stretch/>
          </p:blipFill>
          <p:spPr>
            <a:xfrm>
              <a:off x="6775445" y="2854325"/>
              <a:ext cx="4438656" cy="238601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D5B19EA-C722-09CD-3658-9D6E12FA1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687" r="19098" b="21810"/>
            <a:stretch/>
          </p:blipFill>
          <p:spPr>
            <a:xfrm>
              <a:off x="6714711" y="1020300"/>
              <a:ext cx="4499390" cy="1798305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CDEADBF-CF03-47B2-96C6-D27C5382D50D}"/>
                </a:ext>
              </a:extLst>
            </p:cNvPr>
            <p:cNvSpPr/>
            <p:nvPr/>
          </p:nvSpPr>
          <p:spPr>
            <a:xfrm rot="19979432">
              <a:off x="10197368" y="1283087"/>
              <a:ext cx="201950" cy="697901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184" h="768435">
                  <a:moveTo>
                    <a:pt x="190413" y="0"/>
                  </a:moveTo>
                  <a:lnTo>
                    <a:pt x="323184" y="228916"/>
                  </a:lnTo>
                  <a:lnTo>
                    <a:pt x="219779" y="228916"/>
                  </a:lnTo>
                  <a:lnTo>
                    <a:pt x="211059" y="361658"/>
                  </a:lnTo>
                  <a:cubicBezTo>
                    <a:pt x="192203" y="504541"/>
                    <a:pt x="145424" y="642820"/>
                    <a:pt x="72881" y="768435"/>
                  </a:cubicBezTo>
                  <a:lnTo>
                    <a:pt x="0" y="726347"/>
                  </a:lnTo>
                  <a:cubicBezTo>
                    <a:pt x="67001" y="610330"/>
                    <a:pt x="110206" y="482615"/>
                    <a:pt x="127621" y="350649"/>
                  </a:cubicBezTo>
                  <a:lnTo>
                    <a:pt x="135618" y="228916"/>
                  </a:lnTo>
                  <a:lnTo>
                    <a:pt x="57641" y="22891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093F8CE-6852-9A80-5EE4-9C0A50EB2221}"/>
                </a:ext>
              </a:extLst>
            </p:cNvPr>
            <p:cNvSpPr/>
            <p:nvPr/>
          </p:nvSpPr>
          <p:spPr>
            <a:xfrm rot="12442768" flipH="1">
              <a:off x="9812254" y="3040929"/>
              <a:ext cx="269855" cy="861134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184" h="768435">
                  <a:moveTo>
                    <a:pt x="190413" y="0"/>
                  </a:moveTo>
                  <a:lnTo>
                    <a:pt x="323184" y="228916"/>
                  </a:lnTo>
                  <a:lnTo>
                    <a:pt x="219779" y="228916"/>
                  </a:lnTo>
                  <a:lnTo>
                    <a:pt x="211059" y="361658"/>
                  </a:lnTo>
                  <a:cubicBezTo>
                    <a:pt x="192203" y="504541"/>
                    <a:pt x="145424" y="642820"/>
                    <a:pt x="72881" y="768435"/>
                  </a:cubicBezTo>
                  <a:lnTo>
                    <a:pt x="0" y="726347"/>
                  </a:lnTo>
                  <a:cubicBezTo>
                    <a:pt x="67001" y="610330"/>
                    <a:pt x="110206" y="482615"/>
                    <a:pt x="127621" y="350649"/>
                  </a:cubicBezTo>
                  <a:lnTo>
                    <a:pt x="135618" y="228916"/>
                  </a:lnTo>
                  <a:lnTo>
                    <a:pt x="57641" y="22891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D187805-432D-222C-A80B-FB237C0B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9618005" y="3918492"/>
              <a:ext cx="192984" cy="17028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C874B57-6D53-EC97-B913-BCD12B986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9999005" y="1093658"/>
              <a:ext cx="192984" cy="17028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3737769-7281-7682-CCD4-4F3058266EB3}"/>
              </a:ext>
            </a:extLst>
          </p:cNvPr>
          <p:cNvGrpSpPr/>
          <p:nvPr/>
        </p:nvGrpSpPr>
        <p:grpSpPr>
          <a:xfrm>
            <a:off x="733426" y="583025"/>
            <a:ext cx="5958491" cy="4588510"/>
            <a:chOff x="733424" y="793750"/>
            <a:chExt cx="5958491" cy="458851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2E8BE35-3ED1-E9F8-9C15-550BC19E5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29"/>
            <a:stretch/>
          </p:blipFill>
          <p:spPr>
            <a:xfrm>
              <a:off x="733424" y="793750"/>
              <a:ext cx="5958491" cy="4588510"/>
            </a:xfrm>
            <a:prstGeom prst="rect">
              <a:avLst/>
            </a:prstGeom>
            <a:gradFill flip="none" rotWithShape="1">
              <a:gsLst>
                <a:gs pos="75244">
                  <a:srgbClr val="97D3EE"/>
                </a:gs>
                <a:gs pos="22960">
                  <a:srgbClr val="7FC8EB"/>
                </a:gs>
                <a:gs pos="52300">
                  <a:srgbClr val="8CCEED"/>
                </a:gs>
                <a:gs pos="0">
                  <a:srgbClr val="7C06FF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p:spPr>
        </p:pic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A3D96C5-B424-FBBE-28F8-730D26F4A7DF}"/>
                </a:ext>
              </a:extLst>
            </p:cNvPr>
            <p:cNvSpPr/>
            <p:nvPr/>
          </p:nvSpPr>
          <p:spPr>
            <a:xfrm rot="18900000">
              <a:off x="4771970" y="2392872"/>
              <a:ext cx="227469" cy="540852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184" h="768435">
                  <a:moveTo>
                    <a:pt x="190413" y="0"/>
                  </a:moveTo>
                  <a:lnTo>
                    <a:pt x="323184" y="228916"/>
                  </a:lnTo>
                  <a:lnTo>
                    <a:pt x="219779" y="228916"/>
                  </a:lnTo>
                  <a:lnTo>
                    <a:pt x="211059" y="361658"/>
                  </a:lnTo>
                  <a:cubicBezTo>
                    <a:pt x="192203" y="504541"/>
                    <a:pt x="145424" y="642820"/>
                    <a:pt x="72881" y="768435"/>
                  </a:cubicBezTo>
                  <a:lnTo>
                    <a:pt x="0" y="726347"/>
                  </a:lnTo>
                  <a:cubicBezTo>
                    <a:pt x="67001" y="610330"/>
                    <a:pt x="110206" y="482615"/>
                    <a:pt x="127621" y="350649"/>
                  </a:cubicBezTo>
                  <a:lnTo>
                    <a:pt x="135618" y="228916"/>
                  </a:lnTo>
                  <a:lnTo>
                    <a:pt x="57641" y="22891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98C4A64-D593-1DA8-5204-54C2E5FC5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4501718" y="2212017"/>
              <a:ext cx="192984" cy="170280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36F8C64-258E-3805-C7A8-577B92E848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62" t="26415" r="3584" b="14614"/>
          <a:stretch/>
        </p:blipFill>
        <p:spPr>
          <a:xfrm>
            <a:off x="10666493" y="1074445"/>
            <a:ext cx="1267485" cy="3354679"/>
          </a:xfrm>
          <a:prstGeom prst="rect">
            <a:avLst/>
          </a:prstGeom>
          <a:gradFill flip="none" rotWithShape="1">
            <a:gsLst>
              <a:gs pos="75244">
                <a:srgbClr val="97D3EE"/>
              </a:gs>
              <a:gs pos="22960">
                <a:srgbClr val="7FC8EB"/>
              </a:gs>
              <a:gs pos="52300">
                <a:srgbClr val="8CCEED"/>
              </a:gs>
              <a:gs pos="0">
                <a:srgbClr val="7C06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</p:pic>
    </p:spTree>
    <p:extLst>
      <p:ext uri="{BB962C8B-B14F-4D97-AF65-F5344CB8AC3E}">
        <p14:creationId xmlns:p14="http://schemas.microsoft.com/office/powerpoint/2010/main" val="1593368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8</cp:revision>
  <dcterms:created xsi:type="dcterms:W3CDTF">2025-08-11T10:16:35Z</dcterms:created>
  <dcterms:modified xsi:type="dcterms:W3CDTF">2025-08-12T11:55:55Z</dcterms:modified>
</cp:coreProperties>
</file>