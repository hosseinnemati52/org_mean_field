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14" autoAdjust="0"/>
    <p:restoredTop sz="94660"/>
  </p:normalViewPr>
  <p:slideViewPr>
    <p:cSldViewPr snapToGrid="0">
      <p:cViewPr>
        <p:scale>
          <a:sx n="150" d="100"/>
          <a:sy n="150" d="100"/>
        </p:scale>
        <p:origin x="62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A8804-0904-A474-3290-62BB0E0627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7189C-8904-AF48-5B2C-4F31CCD6F1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CB98E9-7F1D-AAAE-B01E-CB6FC3B3B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22C99-D847-3B45-ABC1-919345D077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0641-DD75-0543-D3D9-CCD9346B4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298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FA72AA-3BDF-83EF-6D9C-C2B9DBB5DC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46D9D3-0CF5-1C22-E4DB-194CBB37D7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4D886C-CCDE-06A4-C7D5-B107E54A7A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34321-CD6C-7294-6B00-208F5D33F6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DFBBF-4FD3-F458-9446-A0CF43557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1B1C6-D352-F176-E28A-782CA5D2F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836934-7D55-0AC3-F966-5667B30EFF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0A2C6E-B05F-68B9-9BE0-4982CD039B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86B396-BDB7-7B05-731F-D00EC605B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643A1-6D4C-5895-28E1-8AFC7E142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60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D5BCA5-AF4B-44E7-ABF6-9D46E37BB9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1CCF47-89DD-47F8-9424-DE744AD4E0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BF8ED-F576-A375-EAA6-3EC682C64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44F758-EB71-BD85-4ADE-125E7CF7AC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C90F4BF-D5E8-6936-11F5-EDC5AAA05A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DD5E69-BD54-43E4-9B8F-1FE13C20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7829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A9B74-AF7B-3C07-0353-BF3C26CB3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527288-EB41-93E6-4FF4-1CD1B65076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BEE96F-61A9-5632-DB2E-E853FEFB6D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DF3B3FD-0C91-E4DE-38D7-B31B00CD7E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1E32AD-BB08-23C1-27A6-39A9AB05CB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472B02B-F4D5-77A0-1259-E152CECF76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33F0DB-A226-A50A-6059-59483039D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BC98FB-2BBE-549B-A0E3-23F64D97A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6179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2749-4092-79F5-6E2C-46891542C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61369CC-363B-24CB-FB1F-F087E4E55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82B50E-C1FC-1459-20C6-7ACA94D68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686D61-959B-EF21-C273-06200F9E6D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485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162051C-21E9-3EBE-3583-EC8D726B2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75E3804-F57A-AB9D-0432-0CE98BA46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3E7741-A658-22C5-B474-B439560AF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0436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17D5E-5436-7747-B0C6-F2CAC8159D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5E2537-D908-B659-88CF-A751DEB450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95A796-D323-3BEB-9938-DCFC12F024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F9D435-E715-FB53-5D73-04467E344C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5920C1-6A8E-DBB7-EBEB-2A3C3ADEF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094415-6D9D-0F48-3E7A-DC0722551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637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B1782-E0D3-78AC-AA3C-C8E67D5D1A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8E9A29D-7EE2-1E8E-6B3C-3624C49EB3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CB65A5-E3F2-C022-0682-6DDA24A75F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0B5AAD0-182C-7D5E-0CF6-72A7EEDCC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AB35A9-DE4F-2835-7E59-BD3130071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F123D3-635A-55CF-7782-C0657A45E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395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D7953E-0022-D3EE-CF99-B181B7D1D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F214E6-B025-C6C5-037B-BEB9FB4C30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250103-8BF8-0A01-F8F2-0894E206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30C92-CB65-988F-C42B-96788F3CE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7A96DA-3209-9A7D-132C-D43C577DC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067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890932-03EE-C158-BC7E-D814A86F2A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0036A1-29AE-F49E-D77F-45C29B514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BDA9CF-DAEB-CC32-BFFD-65FFCC16D8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1A5762-4893-A30C-F1B9-8E35102E61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6C935F-848A-AD3A-D3A8-873A4864A7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806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1C517C-BE33-FC5D-69D5-4A6EA96FE9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408F05-CC0A-3D93-2F0A-2DD3D08942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E42BD-6424-92B7-8453-9DB7A00817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225F40E-4D6A-4DF5-98D1-C5D2D280A6AC}" type="datetimeFigureOut">
              <a:rPr lang="en-US" smtClean="0"/>
              <a:t>6/6/2025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DB455-5546-8667-F7CB-ADC808A9B7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C1CECC-7F77-40CD-4383-674DBA5DA9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05DAE4-34ED-4F7B-8E88-3D5883C11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203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BFE9A96C-A95A-46D1-FCBC-66C639B48647}"/>
              </a:ext>
            </a:extLst>
          </p:cNvPr>
          <p:cNvGrpSpPr/>
          <p:nvPr/>
        </p:nvGrpSpPr>
        <p:grpSpPr>
          <a:xfrm>
            <a:off x="1536700" y="1250950"/>
            <a:ext cx="8953500" cy="3828097"/>
            <a:chOff x="1536700" y="1250950"/>
            <a:chExt cx="8953500" cy="3828097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AEA93E2D-0BA8-6052-B76B-B1C4C051790F}"/>
                </a:ext>
              </a:extLst>
            </p:cNvPr>
            <p:cNvSpPr/>
            <p:nvPr/>
          </p:nvSpPr>
          <p:spPr>
            <a:xfrm>
              <a:off x="1536700" y="1250950"/>
              <a:ext cx="8953500" cy="382809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C994898-1583-ABE0-EE82-E0C349252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2245" r="32252" b="2642"/>
            <a:stretch/>
          </p:blipFill>
          <p:spPr>
            <a:xfrm>
              <a:off x="6717742" y="1600196"/>
              <a:ext cx="3716929" cy="347885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1E96B70-5C8E-6AEF-E6AB-6C68B31344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8210" t="6895" r="2103" b="70578"/>
            <a:stretch/>
          </p:blipFill>
          <p:spPr>
            <a:xfrm>
              <a:off x="8756650" y="1753990"/>
              <a:ext cx="1628775" cy="82391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9B894E8-B62B-286C-CD29-7F8D08BB3740}"/>
                </a:ext>
              </a:extLst>
            </p:cNvPr>
            <p:cNvSpPr txBox="1"/>
            <p:nvPr/>
          </p:nvSpPr>
          <p:spPr>
            <a:xfrm>
              <a:off x="7272159" y="1312961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(b)</a:t>
              </a:r>
            </a:p>
          </p:txBody>
        </p:sp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032606DA-B8E3-09AF-4E27-B31D49551BA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2219"/>
            <a:stretch/>
          </p:blipFill>
          <p:spPr>
            <a:xfrm>
              <a:off x="1616598" y="1601110"/>
              <a:ext cx="5101144" cy="3477937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1B7418B9-0029-E2D9-1E47-6EEDACBBE4F5}"/>
                </a:ext>
              </a:extLst>
            </p:cNvPr>
            <p:cNvSpPr txBox="1"/>
            <p:nvPr/>
          </p:nvSpPr>
          <p:spPr>
            <a:xfrm>
              <a:off x="1914500" y="1312961"/>
              <a:ext cx="4421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(a)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5035225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>Utrecht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Nemati, H. (Hossein)</dc:creator>
  <cp:lastModifiedBy>Nemati, H. (Hossein)</cp:lastModifiedBy>
  <cp:revision>33</cp:revision>
  <dcterms:created xsi:type="dcterms:W3CDTF">2025-02-19T15:13:46Z</dcterms:created>
  <dcterms:modified xsi:type="dcterms:W3CDTF">2025-06-06T14:37:34Z</dcterms:modified>
</cp:coreProperties>
</file>