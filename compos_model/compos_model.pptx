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29E1FA-F5E3-91AA-4D9D-22A2DD11D06F}"/>
              </a:ext>
            </a:extLst>
          </p:cNvPr>
          <p:cNvGrpSpPr/>
          <p:nvPr/>
        </p:nvGrpSpPr>
        <p:grpSpPr>
          <a:xfrm>
            <a:off x="180379" y="942109"/>
            <a:ext cx="11910021" cy="4599710"/>
            <a:chOff x="180379" y="942109"/>
            <a:chExt cx="11910021" cy="459971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3D9DB1-50E2-25EE-55F0-7CEB3C60CE8D}"/>
                </a:ext>
              </a:extLst>
            </p:cNvPr>
            <p:cNvSpPr/>
            <p:nvPr/>
          </p:nvSpPr>
          <p:spPr>
            <a:xfrm>
              <a:off x="180379" y="942109"/>
              <a:ext cx="11910021" cy="4599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A0F201-4EC3-AC1E-3D4C-F8EE547C9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3767" y="1546615"/>
              <a:ext cx="5823794" cy="38825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EDFDE4-7202-DF81-BA8E-759FE11FB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176" y="1546615"/>
              <a:ext cx="5823794" cy="388252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140EB7-10C7-7CFC-9174-96075678CAF5}"/>
                </a:ext>
              </a:extLst>
            </p:cNvPr>
            <p:cNvSpPr txBox="1"/>
            <p:nvPr/>
          </p:nvSpPr>
          <p:spPr>
            <a:xfrm>
              <a:off x="847521" y="1064442"/>
              <a:ext cx="8470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(a)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E0A529-46A9-3E31-0F82-48C7EF298893}"/>
                </a:ext>
              </a:extLst>
            </p:cNvPr>
            <p:cNvSpPr txBox="1"/>
            <p:nvPr/>
          </p:nvSpPr>
          <p:spPr>
            <a:xfrm>
              <a:off x="6931712" y="1064443"/>
              <a:ext cx="8604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3522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35</cp:revision>
  <dcterms:created xsi:type="dcterms:W3CDTF">2025-02-19T15:13:46Z</dcterms:created>
  <dcterms:modified xsi:type="dcterms:W3CDTF">2025-08-23T18:34:25Z</dcterms:modified>
</cp:coreProperties>
</file>