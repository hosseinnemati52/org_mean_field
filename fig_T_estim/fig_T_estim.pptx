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5574A96D-0276-F3AA-6DFF-86E6D385074E}"/>
              </a:ext>
            </a:extLst>
          </p:cNvPr>
          <p:cNvGrpSpPr/>
          <p:nvPr/>
        </p:nvGrpSpPr>
        <p:grpSpPr>
          <a:xfrm>
            <a:off x="1569720" y="350520"/>
            <a:ext cx="9441180" cy="5669280"/>
            <a:chOff x="1569720" y="350520"/>
            <a:chExt cx="9441180" cy="566928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9322780-AF08-95AD-D615-9552E464BFD6}"/>
                </a:ext>
              </a:extLst>
            </p:cNvPr>
            <p:cNvSpPr/>
            <p:nvPr/>
          </p:nvSpPr>
          <p:spPr>
            <a:xfrm>
              <a:off x="1569720" y="350520"/>
              <a:ext cx="9441180" cy="5669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AEE6A8-EA4C-5D3F-29CF-DB96687A015C}"/>
                </a:ext>
              </a:extLst>
            </p:cNvPr>
            <p:cNvSpPr/>
            <p:nvPr/>
          </p:nvSpPr>
          <p:spPr>
            <a:xfrm>
              <a:off x="1663148" y="2004016"/>
              <a:ext cx="9244928" cy="17029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3266FD6-BBF5-8970-EC0C-D980E7C527EB}"/>
                </a:ext>
              </a:extLst>
            </p:cNvPr>
            <p:cNvCxnSpPr>
              <a:cxnSpLocks/>
            </p:cNvCxnSpPr>
            <p:nvPr/>
          </p:nvCxnSpPr>
          <p:spPr>
            <a:xfrm>
              <a:off x="1663148" y="2855467"/>
              <a:ext cx="438702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864E43C-B7ED-3CCE-A299-ACB2EE4811E3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865" y="2951066"/>
              <a:ext cx="415629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42DBA9-D385-840A-F130-05230B471FCC}"/>
                </a:ext>
              </a:extLst>
            </p:cNvPr>
            <p:cNvSpPr/>
            <p:nvPr/>
          </p:nvSpPr>
          <p:spPr>
            <a:xfrm>
              <a:off x="2374363" y="4769967"/>
              <a:ext cx="2271058" cy="11355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2B9B0D-0BF0-9D9A-823E-DFCC69FF954A}"/>
                </a:ext>
              </a:extLst>
            </p:cNvPr>
            <p:cNvSpPr/>
            <p:nvPr/>
          </p:nvSpPr>
          <p:spPr>
            <a:xfrm>
              <a:off x="3402315" y="2004014"/>
              <a:ext cx="222804" cy="170290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CCD8FA-AFCC-CFE9-4D16-4ADC2B386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3148" y="1554871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DDD6FC-ED22-1076-D0FA-B7A4C2D7E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524" y="1542171"/>
              <a:ext cx="0" cy="216474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DE51EE-62AE-B076-4510-2040317FBC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8076" y="1554871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A6D00E6-D0ED-1EC7-B8FE-64F49FD32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2350" y="2141230"/>
              <a:ext cx="1209675" cy="58650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C1B91E6-8C28-3962-3C96-B09913446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54346" y="2248098"/>
              <a:ext cx="1414148" cy="56309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24D044-EE4F-A657-D221-96C5A4E08028}"/>
                </a:ext>
              </a:extLst>
            </p:cNvPr>
            <p:cNvCxnSpPr>
              <a:cxnSpLocks/>
            </p:cNvCxnSpPr>
            <p:nvPr/>
          </p:nvCxnSpPr>
          <p:spPr>
            <a:xfrm>
              <a:off x="3530775" y="3570971"/>
              <a:ext cx="0" cy="1198996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9DB4724-EC7E-B8F9-55B3-7E9F61FECC64}"/>
                </a:ext>
              </a:extLst>
            </p:cNvPr>
            <p:cNvGrpSpPr/>
            <p:nvPr/>
          </p:nvGrpSpPr>
          <p:grpSpPr>
            <a:xfrm>
              <a:off x="6098342" y="2248098"/>
              <a:ext cx="362907" cy="297923"/>
              <a:chOff x="1981436" y="3293051"/>
              <a:chExt cx="1478079" cy="1213410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293F69F-E06C-7C6E-3BD9-32A2DB5502A4}"/>
                  </a:ext>
                </a:extLst>
              </p:cNvPr>
              <p:cNvSpPr/>
              <p:nvPr/>
            </p:nvSpPr>
            <p:spPr>
              <a:xfrm>
                <a:off x="1981436" y="3293051"/>
                <a:ext cx="1478079" cy="1213410"/>
              </a:xfrm>
              <a:custGeom>
                <a:avLst/>
                <a:gdLst>
                  <a:gd name="connsiteX0" fmla="*/ 137280 w 1478079"/>
                  <a:gd name="connsiteY0" fmla="*/ 667804 h 1213410"/>
                  <a:gd name="connsiteX1" fmla="*/ 704017 w 1478079"/>
                  <a:gd name="connsiteY1" fmla="*/ 5817 h 1213410"/>
                  <a:gd name="connsiteX2" fmla="*/ 1168361 w 1478079"/>
                  <a:gd name="connsiteY2" fmla="*/ 355860 h 1213410"/>
                  <a:gd name="connsiteX3" fmla="*/ 1477923 w 1478079"/>
                  <a:gd name="connsiteY3" fmla="*/ 551123 h 1213410"/>
                  <a:gd name="connsiteX4" fmla="*/ 1199317 w 1478079"/>
                  <a:gd name="connsiteY4" fmla="*/ 827348 h 1213410"/>
                  <a:gd name="connsiteX5" fmla="*/ 513517 w 1478079"/>
                  <a:gd name="connsiteY5" fmla="*/ 1194060 h 1213410"/>
                  <a:gd name="connsiteX6" fmla="*/ 72986 w 1478079"/>
                  <a:gd name="connsiteY6" fmla="*/ 1129767 h 1213410"/>
                  <a:gd name="connsiteX7" fmla="*/ 6311 w 1478079"/>
                  <a:gd name="connsiteY7" fmla="*/ 851160 h 1213410"/>
                  <a:gd name="connsiteX8" fmla="*/ 137280 w 1478079"/>
                  <a:gd name="connsiteY8" fmla="*/ 667804 h 121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8079" h="1213410">
                    <a:moveTo>
                      <a:pt x="137280" y="667804"/>
                    </a:moveTo>
                    <a:cubicBezTo>
                      <a:pt x="253564" y="526913"/>
                      <a:pt x="532170" y="57808"/>
                      <a:pt x="704017" y="5817"/>
                    </a:cubicBezTo>
                    <a:cubicBezTo>
                      <a:pt x="875864" y="-46174"/>
                      <a:pt x="1039377" y="264976"/>
                      <a:pt x="1168361" y="355860"/>
                    </a:cubicBezTo>
                    <a:cubicBezTo>
                      <a:pt x="1297345" y="446744"/>
                      <a:pt x="1472764" y="472542"/>
                      <a:pt x="1477923" y="551123"/>
                    </a:cubicBezTo>
                    <a:cubicBezTo>
                      <a:pt x="1483082" y="629704"/>
                      <a:pt x="1360051" y="720192"/>
                      <a:pt x="1199317" y="827348"/>
                    </a:cubicBezTo>
                    <a:cubicBezTo>
                      <a:pt x="1038583" y="934504"/>
                      <a:pt x="701239" y="1143657"/>
                      <a:pt x="513517" y="1194060"/>
                    </a:cubicBezTo>
                    <a:cubicBezTo>
                      <a:pt x="325795" y="1244463"/>
                      <a:pt x="157520" y="1186917"/>
                      <a:pt x="72986" y="1129767"/>
                    </a:cubicBezTo>
                    <a:cubicBezTo>
                      <a:pt x="-11548" y="1072617"/>
                      <a:pt x="-4405" y="929344"/>
                      <a:pt x="6311" y="851160"/>
                    </a:cubicBezTo>
                    <a:cubicBezTo>
                      <a:pt x="17027" y="772976"/>
                      <a:pt x="20996" y="808695"/>
                      <a:pt x="137280" y="667804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050997-D442-548B-40E8-1C0A0E4F6F8B}"/>
                  </a:ext>
                </a:extLst>
              </p:cNvPr>
              <p:cNvSpPr/>
              <p:nvPr/>
            </p:nvSpPr>
            <p:spPr>
              <a:xfrm rot="19494343">
                <a:off x="2393157" y="3810000"/>
                <a:ext cx="535781" cy="297656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36633B0-5A67-454C-DBA9-C59269C951FF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6461211" y="2383413"/>
              <a:ext cx="5700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CF6045C-9A25-F137-64FE-D404519C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8718" y="3045167"/>
              <a:ext cx="894022" cy="42819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9E5A877-C4CF-350D-D3F6-3615C1E12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16370" y="2951066"/>
              <a:ext cx="894022" cy="479117"/>
            </a:xfrm>
            <a:prstGeom prst="rect">
              <a:avLst/>
            </a:prstGeom>
          </p:spPr>
        </p:pic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5113E0B-7BFD-2140-BFC8-DD79870E87D1}"/>
                </a:ext>
              </a:extLst>
            </p:cNvPr>
            <p:cNvCxnSpPr>
              <a:cxnSpLocks/>
            </p:cNvCxnSpPr>
            <p:nvPr/>
          </p:nvCxnSpPr>
          <p:spPr>
            <a:xfrm>
              <a:off x="2989691" y="2843908"/>
              <a:ext cx="412623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ED990D-27BE-F111-18E0-1C973D0C6A3C}"/>
                </a:ext>
              </a:extLst>
            </p:cNvPr>
            <p:cNvCxnSpPr>
              <a:cxnSpLocks/>
            </p:cNvCxnSpPr>
            <p:nvPr/>
          </p:nvCxnSpPr>
          <p:spPr>
            <a:xfrm>
              <a:off x="3625119" y="2843908"/>
              <a:ext cx="452714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B24D2CF-1ED9-728C-84A4-7D4782D30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50524" y="1095800"/>
              <a:ext cx="0" cy="3733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27F19B7-1BF1-BAB3-6454-D0C09D135DD7}"/>
                </a:ext>
              </a:extLst>
            </p:cNvPr>
            <p:cNvSpPr txBox="1"/>
            <p:nvPr/>
          </p:nvSpPr>
          <p:spPr>
            <a:xfrm>
              <a:off x="4545331" y="444601"/>
              <a:ext cx="141038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R-point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C6D1AC-B72A-60E7-5A57-61E81EAE8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88118" y="3834648"/>
              <a:ext cx="822274" cy="80759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A94DCAE-C1C7-6C24-2037-ECBD67FE7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8330" b="54908"/>
            <a:stretch/>
          </p:blipFill>
          <p:spPr>
            <a:xfrm>
              <a:off x="3167347" y="5063293"/>
              <a:ext cx="825246" cy="50994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99A7473-5BB9-FBC1-B4D0-F31C20F6D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9863"/>
            <a:stretch/>
          </p:blipFill>
          <p:spPr>
            <a:xfrm>
              <a:off x="7040058" y="2032260"/>
              <a:ext cx="362907" cy="6767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24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12A31F5-54E5-6E34-5D5A-FC85BEB7A4BA}"/>
              </a:ext>
            </a:extLst>
          </p:cNvPr>
          <p:cNvGrpSpPr/>
          <p:nvPr/>
        </p:nvGrpSpPr>
        <p:grpSpPr>
          <a:xfrm>
            <a:off x="1246909" y="323273"/>
            <a:ext cx="10076873" cy="6090126"/>
            <a:chOff x="1246909" y="323273"/>
            <a:chExt cx="10076873" cy="6090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36F155-42DF-5D56-74ED-0D1C56634AA0}"/>
                </a:ext>
              </a:extLst>
            </p:cNvPr>
            <p:cNvSpPr/>
            <p:nvPr/>
          </p:nvSpPr>
          <p:spPr>
            <a:xfrm>
              <a:off x="1246909" y="323273"/>
              <a:ext cx="10076873" cy="6090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AEE6A8-EA4C-5D3F-29CF-DB96687A015C}"/>
                </a:ext>
              </a:extLst>
            </p:cNvPr>
            <p:cNvSpPr/>
            <p:nvPr/>
          </p:nvSpPr>
          <p:spPr>
            <a:xfrm>
              <a:off x="1663148" y="2004016"/>
              <a:ext cx="9244928" cy="17029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3266FD6-BBF5-8970-EC0C-D980E7C527EB}"/>
                </a:ext>
              </a:extLst>
            </p:cNvPr>
            <p:cNvCxnSpPr>
              <a:cxnSpLocks/>
            </p:cNvCxnSpPr>
            <p:nvPr/>
          </p:nvCxnSpPr>
          <p:spPr>
            <a:xfrm>
              <a:off x="1663148" y="2855467"/>
              <a:ext cx="711215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864E43C-B7ED-3CCE-A299-ACB2EE4811E3}"/>
                </a:ext>
              </a:extLst>
            </p:cNvPr>
            <p:cNvCxnSpPr>
              <a:cxnSpLocks/>
            </p:cNvCxnSpPr>
            <p:nvPr/>
          </p:nvCxnSpPr>
          <p:spPr>
            <a:xfrm>
              <a:off x="10039927" y="2951066"/>
              <a:ext cx="828567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42DBA9-D385-840A-F130-05230B471FCC}"/>
                </a:ext>
              </a:extLst>
            </p:cNvPr>
            <p:cNvSpPr/>
            <p:nvPr/>
          </p:nvSpPr>
          <p:spPr>
            <a:xfrm>
              <a:off x="2374363" y="4769967"/>
              <a:ext cx="2271058" cy="11355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2B9B0D-0BF0-9D9A-823E-DFCC69FF954A}"/>
                </a:ext>
              </a:extLst>
            </p:cNvPr>
            <p:cNvSpPr/>
            <p:nvPr/>
          </p:nvSpPr>
          <p:spPr>
            <a:xfrm>
              <a:off x="3402315" y="2004014"/>
              <a:ext cx="222804" cy="170290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CCD8FA-AFCC-CFE9-4D16-4ADC2B386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3148" y="1554871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DDD6FC-ED22-1076-D0FA-B7A4C2D7E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524" y="1542171"/>
              <a:ext cx="0" cy="216474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DE51EE-62AE-B076-4510-2040317FBC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8076" y="1554871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A6D00E6-D0ED-1EC7-B8FE-64F49FD32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2350" y="2141230"/>
              <a:ext cx="1209675" cy="58650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C1B91E6-8C28-3962-3C96-B09913446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54346" y="2248098"/>
              <a:ext cx="1414148" cy="56309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24D044-EE4F-A657-D221-96C5A4E08028}"/>
                </a:ext>
              </a:extLst>
            </p:cNvPr>
            <p:cNvCxnSpPr>
              <a:cxnSpLocks/>
            </p:cNvCxnSpPr>
            <p:nvPr/>
          </p:nvCxnSpPr>
          <p:spPr>
            <a:xfrm>
              <a:off x="3530775" y="3570971"/>
              <a:ext cx="0" cy="1198996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CF6045C-9A25-F137-64FE-D404519C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8718" y="3045167"/>
              <a:ext cx="894022" cy="42819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9E5A877-C4CF-350D-D3F6-3615C1E12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16370" y="2951066"/>
              <a:ext cx="894022" cy="479117"/>
            </a:xfrm>
            <a:prstGeom prst="rect">
              <a:avLst/>
            </a:prstGeom>
          </p:spPr>
        </p:pic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5113E0B-7BFD-2140-BFC8-DD79870E87D1}"/>
                </a:ext>
              </a:extLst>
            </p:cNvPr>
            <p:cNvCxnSpPr>
              <a:cxnSpLocks/>
            </p:cNvCxnSpPr>
            <p:nvPr/>
          </p:nvCxnSpPr>
          <p:spPr>
            <a:xfrm>
              <a:off x="2989691" y="2843908"/>
              <a:ext cx="412623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ED990D-27BE-F111-18E0-1C973D0C6A3C}"/>
                </a:ext>
              </a:extLst>
            </p:cNvPr>
            <p:cNvCxnSpPr>
              <a:cxnSpLocks/>
            </p:cNvCxnSpPr>
            <p:nvPr/>
          </p:nvCxnSpPr>
          <p:spPr>
            <a:xfrm>
              <a:off x="3625119" y="2843908"/>
              <a:ext cx="452714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B24D2CF-1ED9-728C-84A4-7D4782D30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50524" y="1095800"/>
              <a:ext cx="0" cy="3733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27F19B7-1BF1-BAB3-6454-D0C09D135DD7}"/>
                </a:ext>
              </a:extLst>
            </p:cNvPr>
            <p:cNvSpPr txBox="1"/>
            <p:nvPr/>
          </p:nvSpPr>
          <p:spPr>
            <a:xfrm>
              <a:off x="4545331" y="444601"/>
              <a:ext cx="141038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R-point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C6D1AC-B72A-60E7-5A57-61E81EAE8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88118" y="3834648"/>
              <a:ext cx="822274" cy="80759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A94DCAE-C1C7-6C24-2037-ECBD67FE7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8330" b="54908"/>
            <a:stretch/>
          </p:blipFill>
          <p:spPr>
            <a:xfrm>
              <a:off x="3167347" y="5063293"/>
              <a:ext cx="825246" cy="509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0538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28</cp:revision>
  <dcterms:created xsi:type="dcterms:W3CDTF">2025-02-19T15:13:46Z</dcterms:created>
  <dcterms:modified xsi:type="dcterms:W3CDTF">2025-06-21T17:55:16Z</dcterms:modified>
</cp:coreProperties>
</file>