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8804-0904-A474-3290-62BB0E062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7189C-8904-AF48-5B2C-4F31CCD6F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B98E9-7F1D-AAAE-B01E-CB6FC3B3B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22C99-D847-3B45-ABC1-919345D07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90641-DD75-0543-D3D9-CCD9346B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98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A72AA-3BDF-83EF-6D9C-C2B9DBB5D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6D9D3-0CF5-1C22-E4DB-194CBB37D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D886C-CCDE-06A4-C7D5-B107E54A7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34321-CD6C-7294-6B00-208F5D33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DFBBF-4FD3-F458-9446-A0CF43557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1B1C6-D352-F176-E28A-782CA5D2F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36934-7D55-0AC3-F966-5667B30EF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A2C6E-B05F-68B9-9BE0-4982CD039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6B396-BDB7-7B05-731F-D00EC605B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643A1-6D4C-5895-28E1-8AFC7E14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5BCA5-AF4B-44E7-ABF6-9D46E37BB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CF47-89DD-47F8-9424-DE744AD4E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BF8ED-F576-A375-EAA6-3EC682C64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4F758-EB71-BD85-4ADE-125E7CF7A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0F4BF-D5E8-6936-11F5-EDC5AAA05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D5E69-BD54-43E4-9B8F-1FE13C20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82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A9B74-AF7B-3C07-0353-BF3C26CB3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27288-EB41-93E6-4FF4-1CD1B6507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EE96F-61A9-5632-DB2E-E853FEFB6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F3B3FD-0C91-E4DE-38D7-B31B00CD7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1E32AD-BB08-23C1-27A6-39A9AB05CB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72B02B-F4D5-77A0-1259-E152CECF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33F0DB-A226-A50A-6059-59483039D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C98FB-2BBE-549B-A0E3-23F64D97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1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A2749-4092-79F5-6E2C-46891542C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1369CC-363B-24CB-FB1F-F087E4E5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2B50E-C1FC-1459-20C6-7ACA94D6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86D61-959B-EF21-C273-06200F9E6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52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62051C-21E9-3EBE-3583-EC8D726B2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5E3804-F57A-AB9D-0432-0CE98BA46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E7741-A658-22C5-B474-B439560A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43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17D5E-5436-7747-B0C6-F2CAC8159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E2537-D908-B659-88CF-A751DEB45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5A796-D323-3BEB-9938-DCFC12F02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9D435-E715-FB53-5D73-04467E344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920C1-6A8E-DBB7-EBEB-2A3C3ADEF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94415-6D9D-0F48-3E7A-DC072255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63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B1782-E0D3-78AC-AA3C-C8E67D5D1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E9A29D-7EE2-1E8E-6B3C-3624C49EB3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B65A5-E3F2-C022-0682-6DDA24A75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B5AAD0-182C-7D5E-0CF6-72A7EEDCC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B35A9-DE4F-2835-7E59-BD3130071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F123D3-635A-55CF-7782-C0657A45E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95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7953E-0022-D3EE-CF99-B181B7D1D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F214E6-B025-C6C5-037B-BEB9FB4C3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50103-8BF8-0A01-F8F2-0894E2066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30C92-CB65-988F-C42B-96788F3CE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A96DA-3209-9A7D-132C-D43C577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7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890932-03EE-C158-BC7E-D814A86F2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036A1-29AE-F49E-D77F-45C29B514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DA9CF-DAEB-CC32-BFFD-65FFCC16D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A5762-4893-A30C-F1B9-8E35102E6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C935F-848A-AD3A-D3A8-873A4864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06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1C517C-BE33-FC5D-69D5-4A6EA96FE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08F05-CC0A-3D93-2F0A-2DD3D0894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E42BD-6424-92B7-8453-9DB7A0081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5F40E-4D6A-4DF5-98D1-C5D2D280A6AC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DB455-5546-8667-F7CB-ADC808A9B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1CECC-7F77-40CD-4383-674DBA5D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8920AFC1-80DB-4C45-E4AE-422D73D310A8}"/>
              </a:ext>
            </a:extLst>
          </p:cNvPr>
          <p:cNvGrpSpPr/>
          <p:nvPr/>
        </p:nvGrpSpPr>
        <p:grpSpPr>
          <a:xfrm>
            <a:off x="1543450" y="0"/>
            <a:ext cx="9499069" cy="6712090"/>
            <a:chOff x="1543450" y="0"/>
            <a:chExt cx="9499069" cy="671209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F9FD442-5024-634C-DF28-35FDE12BAC8B}"/>
                </a:ext>
              </a:extLst>
            </p:cNvPr>
            <p:cNvSpPr/>
            <p:nvPr/>
          </p:nvSpPr>
          <p:spPr>
            <a:xfrm>
              <a:off x="1543450" y="0"/>
              <a:ext cx="9499069" cy="67120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6FC7F35-A515-037E-3265-716D56A005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92985" y="3545734"/>
              <a:ext cx="4749534" cy="3166356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FE63D87-112E-9916-B2CF-00E65CDBB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92985" y="379378"/>
              <a:ext cx="4749534" cy="316635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03D58D3-8B75-3C61-B7C2-6A6E56C17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3451" y="3545734"/>
              <a:ext cx="4749534" cy="316635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493DBDA-17A2-616A-7042-F32BF5622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3451" y="379378"/>
              <a:ext cx="4749534" cy="3166356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CC9C691-2A34-6B79-DC91-850B9D6234E0}"/>
                </a:ext>
              </a:extLst>
            </p:cNvPr>
            <p:cNvSpPr txBox="1"/>
            <p:nvPr/>
          </p:nvSpPr>
          <p:spPr>
            <a:xfrm>
              <a:off x="1926076" y="145910"/>
              <a:ext cx="442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(a)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7EE501D-B9B0-7B60-BAC3-904F8727611C}"/>
                </a:ext>
              </a:extLst>
            </p:cNvPr>
            <p:cNvSpPr txBox="1"/>
            <p:nvPr/>
          </p:nvSpPr>
          <p:spPr>
            <a:xfrm>
              <a:off x="6675610" y="145910"/>
              <a:ext cx="4491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(b)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2BFCE38-97B1-377F-4109-430DA384D5D4}"/>
                </a:ext>
              </a:extLst>
            </p:cNvPr>
            <p:cNvSpPr txBox="1"/>
            <p:nvPr/>
          </p:nvSpPr>
          <p:spPr>
            <a:xfrm>
              <a:off x="1926076" y="3429000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(c)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6A828E2-265F-88F9-DAAD-394C7CB7A0B1}"/>
                </a:ext>
              </a:extLst>
            </p:cNvPr>
            <p:cNvSpPr txBox="1"/>
            <p:nvPr/>
          </p:nvSpPr>
          <p:spPr>
            <a:xfrm>
              <a:off x="6675610" y="3429000"/>
              <a:ext cx="4491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806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Utrecht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Nemati, H. (Hossein)</dc:creator>
  <cp:lastModifiedBy>Nemati, H. (Hossein)</cp:lastModifiedBy>
  <cp:revision>28</cp:revision>
  <dcterms:created xsi:type="dcterms:W3CDTF">2025-02-19T15:13:46Z</dcterms:created>
  <dcterms:modified xsi:type="dcterms:W3CDTF">2025-05-30T14:19:10Z</dcterms:modified>
</cp:coreProperties>
</file>