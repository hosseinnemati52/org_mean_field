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4BACB454-61BB-DFB3-9077-BF73175D9914}"/>
              </a:ext>
            </a:extLst>
          </p:cNvPr>
          <p:cNvGrpSpPr/>
          <p:nvPr/>
        </p:nvGrpSpPr>
        <p:grpSpPr>
          <a:xfrm>
            <a:off x="822475" y="757381"/>
            <a:ext cx="10547050" cy="5200073"/>
            <a:chOff x="1516533" y="692726"/>
            <a:chExt cx="10547050" cy="520007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3B508EE-2ACD-1748-5C74-442DBBAA4E15}"/>
                </a:ext>
              </a:extLst>
            </p:cNvPr>
            <p:cNvSpPr/>
            <p:nvPr/>
          </p:nvSpPr>
          <p:spPr>
            <a:xfrm>
              <a:off x="1516533" y="692726"/>
              <a:ext cx="10547049" cy="52000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199307-82BF-D33B-2F0B-6459FC7C0A71}"/>
                </a:ext>
              </a:extLst>
            </p:cNvPr>
            <p:cNvSpPr/>
            <p:nvPr/>
          </p:nvSpPr>
          <p:spPr>
            <a:xfrm>
              <a:off x="2372807" y="3223760"/>
              <a:ext cx="1673982" cy="800599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G1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81346A2-D3E6-D3AC-495C-4FAC5A1FCB55}"/>
                </a:ext>
              </a:extLst>
            </p:cNvPr>
            <p:cNvGrpSpPr/>
            <p:nvPr/>
          </p:nvGrpSpPr>
          <p:grpSpPr>
            <a:xfrm>
              <a:off x="4046789" y="3223760"/>
              <a:ext cx="1673982" cy="800599"/>
              <a:chOff x="7035801" y="1790199"/>
              <a:chExt cx="1734233" cy="800599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B2608CE-54D8-BCE2-AEA3-DB9EEDF9340D}"/>
                  </a:ext>
                </a:extLst>
              </p:cNvPr>
              <p:cNvSpPr/>
              <p:nvPr/>
            </p:nvSpPr>
            <p:spPr>
              <a:xfrm>
                <a:off x="7035801" y="1790199"/>
                <a:ext cx="734183" cy="800599"/>
              </a:xfrm>
              <a:prstGeom prst="rect">
                <a:avLst/>
              </a:prstGeom>
              <a:solidFill>
                <a:srgbClr val="DAD63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7646002-E11A-B122-950D-995346E33A11}"/>
                  </a:ext>
                </a:extLst>
              </p:cNvPr>
              <p:cNvSpPr/>
              <p:nvPr/>
            </p:nvSpPr>
            <p:spPr>
              <a:xfrm>
                <a:off x="7769981" y="1790199"/>
                <a:ext cx="734183" cy="800599"/>
              </a:xfrm>
              <a:prstGeom prst="rect">
                <a:avLst/>
              </a:prstGeom>
              <a:solidFill>
                <a:srgbClr val="DAD63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G2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15CE149-E4F2-4FC3-5C74-AEAD61EC05BD}"/>
                  </a:ext>
                </a:extLst>
              </p:cNvPr>
              <p:cNvSpPr/>
              <p:nvPr/>
            </p:nvSpPr>
            <p:spPr>
              <a:xfrm>
                <a:off x="8504165" y="1790199"/>
                <a:ext cx="265869" cy="800599"/>
              </a:xfrm>
              <a:prstGeom prst="rect">
                <a:avLst/>
              </a:prstGeom>
              <a:solidFill>
                <a:srgbClr val="DAD63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</a:t>
                </a: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733E0D3-C3C4-C1B5-4886-E2ED3EA4710B}"/>
                </a:ext>
              </a:extLst>
            </p:cNvPr>
            <p:cNvSpPr/>
            <p:nvPr/>
          </p:nvSpPr>
          <p:spPr>
            <a:xfrm>
              <a:off x="2372807" y="4233911"/>
              <a:ext cx="1673982" cy="690061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G0/Differentiation</a:t>
              </a:r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D82F7B5B-1FDE-DACF-1987-76ED1E5D969A}"/>
                </a:ext>
              </a:extLst>
            </p:cNvPr>
            <p:cNvSpPr/>
            <p:nvPr/>
          </p:nvSpPr>
          <p:spPr>
            <a:xfrm rot="5400000">
              <a:off x="2989135" y="3882280"/>
              <a:ext cx="441325" cy="514350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37C9F1C-B4C5-0337-8EBC-C5245B3FC8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8177" y="2055843"/>
              <a:ext cx="327259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E053D9D0-2E2A-9809-28EB-1C186E564828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H="1" flipV="1">
              <a:off x="5718526" y="2055842"/>
              <a:ext cx="2245" cy="1568218"/>
            </a:xfrm>
            <a:prstGeom prst="curvedConnector4">
              <a:avLst>
                <a:gd name="adj1" fmla="val -29642762"/>
                <a:gd name="adj2" fmla="val 10001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3683475C-9B53-3D2B-3A11-647E571AE92D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rot="5400000">
              <a:off x="1626384" y="2802266"/>
              <a:ext cx="1568218" cy="75371"/>
            </a:xfrm>
            <a:prstGeom prst="curvedConnector4">
              <a:avLst>
                <a:gd name="adj1" fmla="val 308"/>
                <a:gd name="adj2" fmla="val 1124479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CCE945-DF61-BEA2-252B-1F5D1AAF4CFB}"/>
                </a:ext>
              </a:extLst>
            </p:cNvPr>
            <p:cNvSpPr txBox="1"/>
            <p:nvPr/>
          </p:nvSpPr>
          <p:spPr>
            <a:xfrm>
              <a:off x="3781831" y="1553382"/>
              <a:ext cx="4732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x2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18408C0-464A-5640-30E5-DA1302D240DC}"/>
                </a:ext>
              </a:extLst>
            </p:cNvPr>
            <p:cNvCxnSpPr/>
            <p:nvPr/>
          </p:nvCxnSpPr>
          <p:spPr>
            <a:xfrm>
              <a:off x="2024534" y="2982961"/>
              <a:ext cx="3987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46D0819-564F-9EA0-A04B-1B136425C0B0}"/>
                </a:ext>
              </a:extLst>
            </p:cNvPr>
            <p:cNvCxnSpPr>
              <a:cxnSpLocks/>
            </p:cNvCxnSpPr>
            <p:nvPr/>
          </p:nvCxnSpPr>
          <p:spPr>
            <a:xfrm>
              <a:off x="2372807" y="2861041"/>
              <a:ext cx="0" cy="2082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61A5D8B-96B1-D752-CF4D-25D7AB8ABB90}"/>
                </a:ext>
              </a:extLst>
            </p:cNvPr>
            <p:cNvCxnSpPr>
              <a:cxnSpLocks/>
            </p:cNvCxnSpPr>
            <p:nvPr/>
          </p:nvCxnSpPr>
          <p:spPr>
            <a:xfrm>
              <a:off x="4044542" y="2878821"/>
              <a:ext cx="0" cy="2082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7B6A52C-C25E-A407-45B2-BAD3A54F4511}"/>
                </a:ext>
              </a:extLst>
            </p:cNvPr>
            <p:cNvCxnSpPr>
              <a:cxnSpLocks/>
            </p:cNvCxnSpPr>
            <p:nvPr/>
          </p:nvCxnSpPr>
          <p:spPr>
            <a:xfrm>
              <a:off x="5720771" y="2878821"/>
              <a:ext cx="0" cy="2082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C28786-59C8-ACE3-3CE4-75F572EC1B5C}"/>
                    </a:ext>
                  </a:extLst>
                </p:cNvPr>
                <p:cNvSpPr txBox="1"/>
                <p:nvPr/>
              </p:nvSpPr>
              <p:spPr>
                <a:xfrm>
                  <a:off x="6012334" y="2657404"/>
                  <a:ext cx="231538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EC28786-59C8-ACE3-3CE4-75F572EC1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334" y="2657404"/>
                  <a:ext cx="231538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28947" r="-23684" b="-2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B25EF17-7922-72F5-0760-A93389DCFC9F}"/>
                    </a:ext>
                  </a:extLst>
                </p:cNvPr>
                <p:cNvSpPr txBox="1"/>
                <p:nvPr/>
              </p:nvSpPr>
              <p:spPr>
                <a:xfrm>
                  <a:off x="2275024" y="2512246"/>
                  <a:ext cx="195566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B25EF17-7922-72F5-0760-A93389DCF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5024" y="2512246"/>
                  <a:ext cx="195566" cy="307777"/>
                </a:xfrm>
                <a:prstGeom prst="rect">
                  <a:avLst/>
                </a:prstGeom>
                <a:blipFill>
                  <a:blip r:embed="rId3"/>
                  <a:stretch>
                    <a:fillRect l="-31250" r="-31250" b="-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D6DD3B5-4755-4995-7CC3-847C4B1CD16F}"/>
                    </a:ext>
                  </a:extLst>
                </p:cNvPr>
                <p:cNvSpPr txBox="1"/>
                <p:nvPr/>
              </p:nvSpPr>
              <p:spPr>
                <a:xfrm>
                  <a:off x="3897319" y="2533974"/>
                  <a:ext cx="299844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D6DD3B5-4755-4995-7CC3-847C4B1CD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7319" y="2533974"/>
                  <a:ext cx="299844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E89F653-8BC4-6F34-C826-D6B62A341C3D}"/>
                    </a:ext>
                  </a:extLst>
                </p:cNvPr>
                <p:cNvSpPr txBox="1"/>
                <p:nvPr/>
              </p:nvSpPr>
              <p:spPr>
                <a:xfrm>
                  <a:off x="5592455" y="2527430"/>
                  <a:ext cx="299844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E89F653-8BC4-6F34-C826-D6B62A341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455" y="2527430"/>
                  <a:ext cx="299844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30612" r="-18367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F7C0CB9-9B4C-9FB1-E5D7-B8A38E0308C0}"/>
                </a:ext>
              </a:extLst>
            </p:cNvPr>
            <p:cNvSpPr/>
            <p:nvPr/>
          </p:nvSpPr>
          <p:spPr>
            <a:xfrm>
              <a:off x="2654454" y="2119187"/>
              <a:ext cx="1211428" cy="82297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AC00CEA1-BA95-1E6A-953F-BFFF153E0A2B}"/>
                </a:ext>
              </a:extLst>
            </p:cNvPr>
            <p:cNvSpPr/>
            <p:nvPr/>
          </p:nvSpPr>
          <p:spPr>
            <a:xfrm>
              <a:off x="4336105" y="2107921"/>
              <a:ext cx="1211428" cy="822970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9DF7C0C-A5FA-12E5-6A23-512AF13AA7E3}"/>
                    </a:ext>
                  </a:extLst>
                </p:cNvPr>
                <p:cNvSpPr txBox="1"/>
                <p:nvPr/>
              </p:nvSpPr>
              <p:spPr>
                <a:xfrm>
                  <a:off x="4607240" y="2296802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9DF7C0C-A5FA-12E5-6A23-512AF13AA7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7240" y="2296802"/>
                  <a:ext cx="334579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4545" r="-1818"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4F70FBC-05A9-90CE-E638-BE862E06114E}"/>
                    </a:ext>
                  </a:extLst>
                </p:cNvPr>
                <p:cNvSpPr txBox="1"/>
                <p:nvPr/>
              </p:nvSpPr>
              <p:spPr>
                <a:xfrm>
                  <a:off x="2929558" y="2307918"/>
                  <a:ext cx="52270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4F70FBC-05A9-90CE-E638-BE862E0611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9558" y="2307918"/>
                  <a:ext cx="522707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9412" r="-7059"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D913AC4-814D-274C-48EE-3C9D76EE95D4}"/>
                </a:ext>
              </a:extLst>
            </p:cNvPr>
            <p:cNvSpPr/>
            <p:nvPr/>
          </p:nvSpPr>
          <p:spPr>
            <a:xfrm>
              <a:off x="3533929" y="3247121"/>
              <a:ext cx="187431" cy="752475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0DE3BEF-CDAE-15FC-317F-715B2C554C4B}"/>
                </a:ext>
              </a:extLst>
            </p:cNvPr>
            <p:cNvSpPr/>
            <p:nvPr/>
          </p:nvSpPr>
          <p:spPr>
            <a:xfrm>
              <a:off x="8989599" y="2213617"/>
              <a:ext cx="608753" cy="2443947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467B235-D13E-D575-5014-3BA583EB7E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9221" y="2213617"/>
              <a:ext cx="5470378" cy="1033504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F996F86-16ED-3E44-5B6B-7335B7B5CAD0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>
              <a:off x="3627645" y="3999596"/>
              <a:ext cx="5361954" cy="657968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54DAA5-28DE-611F-856D-AE4EAF4BC59A}"/>
                </a:ext>
              </a:extLst>
            </p:cNvPr>
            <p:cNvCxnSpPr>
              <a:cxnSpLocks/>
            </p:cNvCxnSpPr>
            <p:nvPr/>
          </p:nvCxnSpPr>
          <p:spPr>
            <a:xfrm>
              <a:off x="9293975" y="1871472"/>
              <a:ext cx="0" cy="5669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6799FE1-B1D4-887D-43AF-A72F22D66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43543" y="1423401"/>
              <a:ext cx="300864" cy="399423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05A2EA0-2025-434D-92A5-8E19ADD8D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13884" y="1248463"/>
              <a:ext cx="1692745" cy="535751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0A27E3B-CDFC-DE12-085B-5F1A9825B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48698" y="1392771"/>
              <a:ext cx="1525368" cy="460682"/>
            </a:xfrm>
            <a:prstGeom prst="rect">
              <a:avLst/>
            </a:prstGeom>
          </p:spPr>
        </p:pic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3ED1365-600A-830F-1FAA-E5111A4012E2}"/>
                </a:ext>
              </a:extLst>
            </p:cNvPr>
            <p:cNvCxnSpPr>
              <a:stCxn id="56" idx="2"/>
            </p:cNvCxnSpPr>
            <p:nvPr/>
          </p:nvCxnSpPr>
          <p:spPr>
            <a:xfrm>
              <a:off x="8111382" y="1853453"/>
              <a:ext cx="819258" cy="3014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CEDD13C-D88E-B711-51F7-38EE49BE4155}"/>
                </a:ext>
              </a:extLst>
            </p:cNvPr>
            <p:cNvCxnSpPr>
              <a:stCxn id="54" idx="2"/>
            </p:cNvCxnSpPr>
            <p:nvPr/>
          </p:nvCxnSpPr>
          <p:spPr>
            <a:xfrm flipH="1">
              <a:off x="9643872" y="1784214"/>
              <a:ext cx="916385" cy="3707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Arrow: Right 62">
              <a:extLst>
                <a:ext uri="{FF2B5EF4-FFF2-40B4-BE49-F238E27FC236}">
                  <a16:creationId xmlns:a16="http://schemas.microsoft.com/office/drawing/2014/main" id="{6374BF4F-1B6E-EF53-03F3-C857BB600350}"/>
                </a:ext>
              </a:extLst>
            </p:cNvPr>
            <p:cNvSpPr/>
            <p:nvPr/>
          </p:nvSpPr>
          <p:spPr>
            <a:xfrm>
              <a:off x="8333988" y="2985525"/>
              <a:ext cx="608753" cy="10335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Arrow: Right 63">
              <a:extLst>
                <a:ext uri="{FF2B5EF4-FFF2-40B4-BE49-F238E27FC236}">
                  <a16:creationId xmlns:a16="http://schemas.microsoft.com/office/drawing/2014/main" id="{0272E85C-5380-79D1-A347-52A334E47FB6}"/>
                </a:ext>
              </a:extLst>
            </p:cNvPr>
            <p:cNvSpPr/>
            <p:nvPr/>
          </p:nvSpPr>
          <p:spPr>
            <a:xfrm>
              <a:off x="9648283" y="2985525"/>
              <a:ext cx="608753" cy="10335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9754AFE6-0FD4-F72D-2219-EFBFAFAA92B8}"/>
                </a:ext>
              </a:extLst>
            </p:cNvPr>
            <p:cNvSpPr/>
            <p:nvPr/>
          </p:nvSpPr>
          <p:spPr>
            <a:xfrm rot="5400000">
              <a:off x="8989598" y="4495077"/>
              <a:ext cx="608753" cy="103350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53B53972-1CCA-0CC4-D088-A75F49AEE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8174" t="24987" b="47108"/>
            <a:stretch/>
          </p:blipFill>
          <p:spPr>
            <a:xfrm>
              <a:off x="6420492" y="3200460"/>
              <a:ext cx="1856411" cy="603634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B477B510-F4B5-10A1-2D85-38A9B748F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0562" t="54402" b="17810"/>
            <a:stretch/>
          </p:blipFill>
          <p:spPr>
            <a:xfrm>
              <a:off x="10314225" y="3172913"/>
              <a:ext cx="1749358" cy="58346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AD2EB18-4E94-6ECF-8BC4-0A0BC68E4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7937" t="82656" r="21413"/>
            <a:stretch/>
          </p:blipFill>
          <p:spPr>
            <a:xfrm>
              <a:off x="8571986" y="5367847"/>
              <a:ext cx="1495205" cy="4076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3522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34</cp:revision>
  <dcterms:created xsi:type="dcterms:W3CDTF">2025-02-19T15:13:46Z</dcterms:created>
  <dcterms:modified xsi:type="dcterms:W3CDTF">2025-05-29T14:08:38Z</dcterms:modified>
</cp:coreProperties>
</file>