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83" d="100"/>
          <a:sy n="83" d="100"/>
        </p:scale>
        <p:origin x="63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A8804-0904-A474-3290-62BB0E0627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7189C-8904-AF48-5B2C-4F31CCD6F1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B98E9-7F1D-AAAE-B01E-CB6FC3B3B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22C99-D847-3B45-ABC1-919345D07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90641-DD75-0543-D3D9-CCD9346B4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298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A72AA-3BDF-83EF-6D9C-C2B9DBB5D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6D9D3-0CF5-1C22-E4DB-194CBB37D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D886C-CCDE-06A4-C7D5-B107E54A7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34321-CD6C-7294-6B00-208F5D33F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DFBBF-4FD3-F458-9446-A0CF43557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6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1B1C6-D352-F176-E28A-782CA5D2F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836934-7D55-0AC3-F966-5667B30EF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A2C6E-B05F-68B9-9BE0-4982CD039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86B396-BDB7-7B05-731F-D00EC605B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643A1-6D4C-5895-28E1-8AFC7E142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607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5BCA5-AF4B-44E7-ABF6-9D46E37BB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CCF47-89DD-47F8-9424-DE744AD4E0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3BF8ED-F576-A375-EAA6-3EC682C644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4F758-EB71-BD85-4ADE-125E7CF7A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90F4BF-D5E8-6936-11F5-EDC5AAA05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D5E69-BD54-43E4-9B8F-1FE13C20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829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A9B74-AF7B-3C07-0353-BF3C26CB3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27288-EB41-93E6-4FF4-1CD1B6507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BEE96F-61A9-5632-DB2E-E853FEFB6D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F3B3FD-0C91-E4DE-38D7-B31B00CD7E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1E32AD-BB08-23C1-27A6-39A9AB05CB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72B02B-F4D5-77A0-1259-E152CECF7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33F0DB-A226-A50A-6059-59483039D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BC98FB-2BBE-549B-A0E3-23F64D97A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617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A2749-4092-79F5-6E2C-46891542C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1369CC-363B-24CB-FB1F-F087E4E55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82B50E-C1FC-1459-20C6-7ACA94D6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686D61-959B-EF21-C273-06200F9E6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852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62051C-21E9-3EBE-3583-EC8D726B2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5E3804-F57A-AB9D-0432-0CE98BA46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E7741-A658-22C5-B474-B439560AF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043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17D5E-5436-7747-B0C6-F2CAC8159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E2537-D908-B659-88CF-A751DEB45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95A796-D323-3BEB-9938-DCFC12F024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F9D435-E715-FB53-5D73-04467E344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5920C1-6A8E-DBB7-EBEB-2A3C3ADEF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094415-6D9D-0F48-3E7A-DC0722551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63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B1782-E0D3-78AC-AA3C-C8E67D5D1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E9A29D-7EE2-1E8E-6B3C-3624C49EB3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CB65A5-E3F2-C022-0682-6DDA24A75F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B5AAD0-182C-7D5E-0CF6-72A7EEDCC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AB35A9-DE4F-2835-7E59-BD3130071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F123D3-635A-55CF-7782-C0657A45E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395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7953E-0022-D3EE-CF99-B181B7D1D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F214E6-B025-C6C5-037B-BEB9FB4C30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50103-8BF8-0A01-F8F2-0894E2066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30C92-CB65-988F-C42B-96788F3CE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A96DA-3209-9A7D-132C-D43C577DC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67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890932-03EE-C158-BC7E-D814A86F2A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0036A1-29AE-F49E-D77F-45C29B5146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DA9CF-DAEB-CC32-BFFD-65FFCC16D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A5762-4893-A30C-F1B9-8E35102E6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C935F-848A-AD3A-D3A8-873A4864A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806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1C517C-BE33-FC5D-69D5-4A6EA96FE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408F05-CC0A-3D93-2F0A-2DD3D0894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E42BD-6424-92B7-8453-9DB7A00817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25F40E-4D6A-4DF5-98D1-C5D2D280A6AC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DB455-5546-8667-F7CB-ADC808A9B7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1CECC-7F77-40CD-4383-674DBA5DA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20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66">
            <a:extLst>
              <a:ext uri="{FF2B5EF4-FFF2-40B4-BE49-F238E27FC236}">
                <a16:creationId xmlns:a16="http://schemas.microsoft.com/office/drawing/2014/main" id="{B24F2846-6999-36A7-7AC0-E037AE0D7D03}"/>
              </a:ext>
            </a:extLst>
          </p:cNvPr>
          <p:cNvGrpSpPr/>
          <p:nvPr/>
        </p:nvGrpSpPr>
        <p:grpSpPr>
          <a:xfrm>
            <a:off x="1435309" y="1272309"/>
            <a:ext cx="9321381" cy="3906982"/>
            <a:chOff x="1163782" y="794327"/>
            <a:chExt cx="9321381" cy="3906982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869E7EC6-0C05-0281-7416-FF13D8CE159C}"/>
                </a:ext>
              </a:extLst>
            </p:cNvPr>
            <p:cNvSpPr/>
            <p:nvPr/>
          </p:nvSpPr>
          <p:spPr>
            <a:xfrm>
              <a:off x="1163782" y="794327"/>
              <a:ext cx="9321381" cy="390698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23524F20-BB91-547A-2DBE-A074A39B3908}"/>
                </a:ext>
              </a:extLst>
            </p:cNvPr>
            <p:cNvCxnSpPr>
              <a:cxnSpLocks/>
              <a:stCxn id="51" idx="4"/>
            </p:cNvCxnSpPr>
            <p:nvPr/>
          </p:nvCxnSpPr>
          <p:spPr>
            <a:xfrm flipV="1">
              <a:off x="9549714" y="1477538"/>
              <a:ext cx="0" cy="12807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E185C777-D32C-38F5-9749-A73CD65964D6}"/>
                </a:ext>
              </a:extLst>
            </p:cNvPr>
            <p:cNvCxnSpPr>
              <a:cxnSpLocks/>
              <a:stCxn id="51" idx="3"/>
            </p:cNvCxnSpPr>
            <p:nvPr/>
          </p:nvCxnSpPr>
          <p:spPr>
            <a:xfrm flipV="1">
              <a:off x="9241795" y="1725124"/>
              <a:ext cx="905647" cy="90564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BD51E3C8-C425-077B-AC29-2EF40FA3BE3B}"/>
                </a:ext>
              </a:extLst>
            </p:cNvPr>
            <p:cNvCxnSpPr>
              <a:cxnSpLocks/>
              <a:stCxn id="51" idx="2"/>
            </p:cNvCxnSpPr>
            <p:nvPr/>
          </p:nvCxnSpPr>
          <p:spPr>
            <a:xfrm>
              <a:off x="9114250" y="2322851"/>
              <a:ext cx="128077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2CECF053-3F3E-4F25-7610-FACC64EA8AFF}"/>
                </a:ext>
              </a:extLst>
            </p:cNvPr>
            <p:cNvCxnSpPr>
              <a:cxnSpLocks/>
              <a:stCxn id="51" idx="5"/>
            </p:cNvCxnSpPr>
            <p:nvPr/>
          </p:nvCxnSpPr>
          <p:spPr>
            <a:xfrm flipH="1" flipV="1">
              <a:off x="8951987" y="1725124"/>
              <a:ext cx="905647" cy="90564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4FDE0BCD-C47C-EFB2-CB51-499B118540A5}"/>
                </a:ext>
              </a:extLst>
            </p:cNvPr>
            <p:cNvSpPr/>
            <p:nvPr/>
          </p:nvSpPr>
          <p:spPr>
            <a:xfrm>
              <a:off x="9114250" y="1887387"/>
              <a:ext cx="870928" cy="870928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Arrow: Down 51">
              <a:extLst>
                <a:ext uri="{FF2B5EF4-FFF2-40B4-BE49-F238E27FC236}">
                  <a16:creationId xmlns:a16="http://schemas.microsoft.com/office/drawing/2014/main" id="{5F2F53B2-B9BA-9E52-0120-133D202C2C90}"/>
                </a:ext>
              </a:extLst>
            </p:cNvPr>
            <p:cNvSpPr/>
            <p:nvPr/>
          </p:nvSpPr>
          <p:spPr>
            <a:xfrm flipV="1">
              <a:off x="9165469" y="2708815"/>
              <a:ext cx="768491" cy="689222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14077B2B-E1E2-583A-55EC-774BCD6702C9}"/>
                </a:ext>
              </a:extLst>
            </p:cNvPr>
            <p:cNvCxnSpPr>
              <a:cxnSpLocks/>
              <a:stCxn id="57" idx="4"/>
            </p:cNvCxnSpPr>
            <p:nvPr/>
          </p:nvCxnSpPr>
          <p:spPr>
            <a:xfrm flipV="1">
              <a:off x="7807786" y="1477538"/>
              <a:ext cx="0" cy="12807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8AFCDD76-42E3-290F-8925-BA3E54029A8D}"/>
                </a:ext>
              </a:extLst>
            </p:cNvPr>
            <p:cNvCxnSpPr>
              <a:cxnSpLocks/>
              <a:stCxn id="57" idx="3"/>
            </p:cNvCxnSpPr>
            <p:nvPr/>
          </p:nvCxnSpPr>
          <p:spPr>
            <a:xfrm flipV="1">
              <a:off x="7499866" y="1725124"/>
              <a:ext cx="905647" cy="90564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E2C7A171-B92C-7628-A416-DE9576462F1C}"/>
                </a:ext>
              </a:extLst>
            </p:cNvPr>
            <p:cNvCxnSpPr>
              <a:cxnSpLocks/>
              <a:stCxn id="57" idx="2"/>
            </p:cNvCxnSpPr>
            <p:nvPr/>
          </p:nvCxnSpPr>
          <p:spPr>
            <a:xfrm>
              <a:off x="7372322" y="2322851"/>
              <a:ext cx="128077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7F93630C-0302-23B5-150B-AB6FE2FECE96}"/>
                </a:ext>
              </a:extLst>
            </p:cNvPr>
            <p:cNvCxnSpPr>
              <a:cxnSpLocks/>
              <a:stCxn id="57" idx="5"/>
            </p:cNvCxnSpPr>
            <p:nvPr/>
          </p:nvCxnSpPr>
          <p:spPr>
            <a:xfrm flipH="1" flipV="1">
              <a:off x="7210058" y="1725124"/>
              <a:ext cx="905647" cy="90564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F761FCB3-E3B8-78EF-FEAD-3643A7CBCCE3}"/>
                </a:ext>
              </a:extLst>
            </p:cNvPr>
            <p:cNvSpPr/>
            <p:nvPr/>
          </p:nvSpPr>
          <p:spPr>
            <a:xfrm>
              <a:off x="7372322" y="1887387"/>
              <a:ext cx="870928" cy="870928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Arrow: Down 57">
              <a:extLst>
                <a:ext uri="{FF2B5EF4-FFF2-40B4-BE49-F238E27FC236}">
                  <a16:creationId xmlns:a16="http://schemas.microsoft.com/office/drawing/2014/main" id="{F920DC39-3D4F-DC1B-D393-17D4CC25D97C}"/>
                </a:ext>
              </a:extLst>
            </p:cNvPr>
            <p:cNvSpPr/>
            <p:nvPr/>
          </p:nvSpPr>
          <p:spPr>
            <a:xfrm flipV="1">
              <a:off x="7637022" y="2714890"/>
              <a:ext cx="341528" cy="689222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AC10C785-92AE-6ECA-585B-E2B58E7238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84015" y="1321607"/>
              <a:ext cx="259235" cy="355812"/>
            </a:xfrm>
            <a:prstGeom prst="rect">
              <a:avLst/>
            </a:prstGeom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AEA9649F-D5B7-9DED-E7C4-3B96AA0E58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91526" y="1270277"/>
              <a:ext cx="259235" cy="355812"/>
            </a:xfrm>
            <a:prstGeom prst="rect">
              <a:avLst/>
            </a:prstGeom>
          </p:spPr>
        </p:pic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D0DEED03-BCCC-A9DF-C3A1-5FED29E1FC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99645" y="3433455"/>
              <a:ext cx="1204497" cy="840250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2C803692-6A36-FEFB-0B70-77E3675372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974772" y="3476081"/>
              <a:ext cx="1075990" cy="778888"/>
            </a:xfrm>
            <a:prstGeom prst="rect">
              <a:avLst/>
            </a:prstGeom>
          </p:spPr>
        </p:pic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35A63F0-E86C-F552-341C-9B794B9D6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5821" t="49023" r="64104" b="29345"/>
            <a:stretch/>
          </p:blipFill>
          <p:spPr>
            <a:xfrm>
              <a:off x="8218638" y="1496274"/>
              <a:ext cx="241811" cy="181764"/>
            </a:xfrm>
            <a:prstGeom prst="rect">
              <a:avLst/>
            </a:prstGeom>
          </p:spPr>
        </p:pic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276FAC1A-62BA-AA69-232B-D8406B529E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9025" t="45011" r="64820" b="32977"/>
            <a:stretch/>
          </p:blipFill>
          <p:spPr>
            <a:xfrm>
              <a:off x="10017471" y="1451092"/>
              <a:ext cx="173832" cy="171450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EAB3133-D640-DD66-E69F-053B449BE8F0}"/>
                </a:ext>
              </a:extLst>
            </p:cNvPr>
            <p:cNvSpPr/>
            <p:nvPr/>
          </p:nvSpPr>
          <p:spPr>
            <a:xfrm>
              <a:off x="2080748" y="2851070"/>
              <a:ext cx="1673982" cy="800599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G1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5A49D48-EAB5-C599-42FD-04CD9F140825}"/>
                </a:ext>
              </a:extLst>
            </p:cNvPr>
            <p:cNvGrpSpPr/>
            <p:nvPr/>
          </p:nvGrpSpPr>
          <p:grpSpPr>
            <a:xfrm>
              <a:off x="3754730" y="2851070"/>
              <a:ext cx="1673982" cy="800599"/>
              <a:chOff x="7035801" y="1790199"/>
              <a:chExt cx="1734233" cy="800599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C560476F-16E7-1426-F027-3ABBBF451FD7}"/>
                  </a:ext>
                </a:extLst>
              </p:cNvPr>
              <p:cNvSpPr/>
              <p:nvPr/>
            </p:nvSpPr>
            <p:spPr>
              <a:xfrm>
                <a:off x="7035801" y="1790199"/>
                <a:ext cx="734183" cy="800599"/>
              </a:xfrm>
              <a:prstGeom prst="rect">
                <a:avLst/>
              </a:prstGeom>
              <a:solidFill>
                <a:srgbClr val="DAD63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S</a:t>
                </a: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D0C9BCFD-74B0-F44C-9527-6E5BF1E2355B}"/>
                  </a:ext>
                </a:extLst>
              </p:cNvPr>
              <p:cNvSpPr/>
              <p:nvPr/>
            </p:nvSpPr>
            <p:spPr>
              <a:xfrm>
                <a:off x="7769981" y="1790199"/>
                <a:ext cx="734183" cy="800599"/>
              </a:xfrm>
              <a:prstGeom prst="rect">
                <a:avLst/>
              </a:prstGeom>
              <a:solidFill>
                <a:srgbClr val="DAD63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G2</a:t>
                </a: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D25A423F-F881-6491-A671-2A2FBC6E5D67}"/>
                  </a:ext>
                </a:extLst>
              </p:cNvPr>
              <p:cNvSpPr/>
              <p:nvPr/>
            </p:nvSpPr>
            <p:spPr>
              <a:xfrm>
                <a:off x="8504165" y="1790199"/>
                <a:ext cx="265869" cy="800599"/>
              </a:xfrm>
              <a:prstGeom prst="rect">
                <a:avLst/>
              </a:prstGeom>
              <a:solidFill>
                <a:srgbClr val="DAD63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M</a:t>
                </a:r>
              </a:p>
            </p:txBody>
          </p:sp>
        </p:grp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A2558A45-390D-CD9C-A5F0-F30758390364}"/>
                </a:ext>
              </a:extLst>
            </p:cNvPr>
            <p:cNvSpPr/>
            <p:nvPr/>
          </p:nvSpPr>
          <p:spPr>
            <a:xfrm>
              <a:off x="1866983" y="3946403"/>
              <a:ext cx="2056654" cy="690061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G0/Differentiation</a:t>
              </a:r>
            </a:p>
          </p:txBody>
        </p:sp>
        <p:sp>
          <p:nvSpPr>
            <p:cNvPr id="21" name="Arrow: Right 20">
              <a:extLst>
                <a:ext uri="{FF2B5EF4-FFF2-40B4-BE49-F238E27FC236}">
                  <a16:creationId xmlns:a16="http://schemas.microsoft.com/office/drawing/2014/main" id="{161376BE-D883-1D03-E6F6-7B2EBE5EF380}"/>
                </a:ext>
              </a:extLst>
            </p:cNvPr>
            <p:cNvSpPr/>
            <p:nvPr/>
          </p:nvSpPr>
          <p:spPr>
            <a:xfrm rot="5400000">
              <a:off x="2697076" y="3509590"/>
              <a:ext cx="441325" cy="514350"/>
            </a:xfrm>
            <a:prstGeom prst="rightArrow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E55B79DF-B1CD-CC13-7B29-9C66BFAF68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6118" y="1683153"/>
              <a:ext cx="3272594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: Curved 22">
              <a:extLst>
                <a:ext uri="{FF2B5EF4-FFF2-40B4-BE49-F238E27FC236}">
                  <a16:creationId xmlns:a16="http://schemas.microsoft.com/office/drawing/2014/main" id="{18A531AC-97DC-42DC-E35C-7C2BD8E108F9}"/>
                </a:ext>
              </a:extLst>
            </p:cNvPr>
            <p:cNvCxnSpPr>
              <a:cxnSpLocks/>
              <a:stCxn id="44" idx="3"/>
            </p:cNvCxnSpPr>
            <p:nvPr/>
          </p:nvCxnSpPr>
          <p:spPr>
            <a:xfrm flipH="1" flipV="1">
              <a:off x="5426467" y="1683152"/>
              <a:ext cx="2245" cy="1568218"/>
            </a:xfrm>
            <a:prstGeom prst="curvedConnector4">
              <a:avLst>
                <a:gd name="adj1" fmla="val -29642762"/>
                <a:gd name="adj2" fmla="val 100016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: Curved 23">
              <a:extLst>
                <a:ext uri="{FF2B5EF4-FFF2-40B4-BE49-F238E27FC236}">
                  <a16:creationId xmlns:a16="http://schemas.microsoft.com/office/drawing/2014/main" id="{2149BC4D-A2DE-8808-B919-1FF324E4C58A}"/>
                </a:ext>
              </a:extLst>
            </p:cNvPr>
            <p:cNvCxnSpPr>
              <a:cxnSpLocks/>
              <a:endCxn id="16" idx="1"/>
            </p:cNvCxnSpPr>
            <p:nvPr/>
          </p:nvCxnSpPr>
          <p:spPr>
            <a:xfrm rot="5400000">
              <a:off x="1334325" y="2429576"/>
              <a:ext cx="1568218" cy="75371"/>
            </a:xfrm>
            <a:prstGeom prst="curvedConnector4">
              <a:avLst>
                <a:gd name="adj1" fmla="val 308"/>
                <a:gd name="adj2" fmla="val 1124479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BA8194C-A933-507C-21D8-E6457C7582AF}"/>
                </a:ext>
              </a:extLst>
            </p:cNvPr>
            <p:cNvSpPr txBox="1"/>
            <p:nvPr/>
          </p:nvSpPr>
          <p:spPr>
            <a:xfrm>
              <a:off x="3489772" y="1180692"/>
              <a:ext cx="4732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x2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84550828-3F16-7604-BE1E-7779CB8BC5A0}"/>
                </a:ext>
              </a:extLst>
            </p:cNvPr>
            <p:cNvCxnSpPr/>
            <p:nvPr/>
          </p:nvCxnSpPr>
          <p:spPr>
            <a:xfrm>
              <a:off x="1732475" y="2610271"/>
              <a:ext cx="39878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FD15C9B-3CCE-D02E-B12C-1663F66F92E0}"/>
                </a:ext>
              </a:extLst>
            </p:cNvPr>
            <p:cNvCxnSpPr>
              <a:cxnSpLocks/>
            </p:cNvCxnSpPr>
            <p:nvPr/>
          </p:nvCxnSpPr>
          <p:spPr>
            <a:xfrm>
              <a:off x="2080748" y="2488351"/>
              <a:ext cx="0" cy="20828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90E72A2-9453-6AF6-CD03-70909CF2F77E}"/>
                </a:ext>
              </a:extLst>
            </p:cNvPr>
            <p:cNvCxnSpPr>
              <a:cxnSpLocks/>
            </p:cNvCxnSpPr>
            <p:nvPr/>
          </p:nvCxnSpPr>
          <p:spPr>
            <a:xfrm>
              <a:off x="3752483" y="2506131"/>
              <a:ext cx="0" cy="20828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08B7BA2-CA2D-6FED-A840-573AD8BF07AE}"/>
                </a:ext>
              </a:extLst>
            </p:cNvPr>
            <p:cNvCxnSpPr>
              <a:cxnSpLocks/>
            </p:cNvCxnSpPr>
            <p:nvPr/>
          </p:nvCxnSpPr>
          <p:spPr>
            <a:xfrm>
              <a:off x="5428712" y="2506131"/>
              <a:ext cx="0" cy="20828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8923302C-686A-FE5E-CD94-3ED057F2C38C}"/>
                    </a:ext>
                  </a:extLst>
                </p:cNvPr>
                <p:cNvSpPr txBox="1"/>
                <p:nvPr/>
              </p:nvSpPr>
              <p:spPr>
                <a:xfrm>
                  <a:off x="5720275" y="2284714"/>
                  <a:ext cx="231538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8923302C-686A-FE5E-CD94-3ED057F2C3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20275" y="2284714"/>
                  <a:ext cx="231538" cy="307777"/>
                </a:xfrm>
                <a:prstGeom prst="rect">
                  <a:avLst/>
                </a:prstGeom>
                <a:blipFill>
                  <a:blip r:embed="rId5"/>
                  <a:stretch>
                    <a:fillRect l="-28947" r="-23684" b="-2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E901B3F8-971F-A68B-A128-0376274C8F47}"/>
                    </a:ext>
                  </a:extLst>
                </p:cNvPr>
                <p:cNvSpPr txBox="1"/>
                <p:nvPr/>
              </p:nvSpPr>
              <p:spPr>
                <a:xfrm>
                  <a:off x="1982965" y="2139556"/>
                  <a:ext cx="195566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E901B3F8-971F-A68B-A128-0376274C8F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965" y="2139556"/>
                  <a:ext cx="195566" cy="307777"/>
                </a:xfrm>
                <a:prstGeom prst="rect">
                  <a:avLst/>
                </a:prstGeom>
                <a:blipFill>
                  <a:blip r:embed="rId6"/>
                  <a:stretch>
                    <a:fillRect l="-31250" r="-31250" b="-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AA0ACC5D-39E6-17DB-ADAE-81A11C2266C2}"/>
                    </a:ext>
                  </a:extLst>
                </p:cNvPr>
                <p:cNvSpPr txBox="1"/>
                <p:nvPr/>
              </p:nvSpPr>
              <p:spPr>
                <a:xfrm>
                  <a:off x="3605260" y="2161284"/>
                  <a:ext cx="299844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AA0ACC5D-39E6-17DB-ADAE-81A11C2266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5260" y="2161284"/>
                  <a:ext cx="299844" cy="3077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9A3B6B1D-F31B-E78E-3CC0-B08431B3E42C}"/>
                    </a:ext>
                  </a:extLst>
                </p:cNvPr>
                <p:cNvSpPr txBox="1"/>
                <p:nvPr/>
              </p:nvSpPr>
              <p:spPr>
                <a:xfrm>
                  <a:off x="5300396" y="2154740"/>
                  <a:ext cx="299844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9A3B6B1D-F31B-E78E-3CC0-B08431B3E4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0396" y="2154740"/>
                  <a:ext cx="299844" cy="307777"/>
                </a:xfrm>
                <a:prstGeom prst="rect">
                  <a:avLst/>
                </a:prstGeom>
                <a:blipFill>
                  <a:blip r:embed="rId8"/>
                  <a:stretch>
                    <a:fillRect l="-28000" r="-18000"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Arrow: Right 37">
              <a:extLst>
                <a:ext uri="{FF2B5EF4-FFF2-40B4-BE49-F238E27FC236}">
                  <a16:creationId xmlns:a16="http://schemas.microsoft.com/office/drawing/2014/main" id="{119FC2F7-5A8B-D980-ADC7-7791BE9EA1D0}"/>
                </a:ext>
              </a:extLst>
            </p:cNvPr>
            <p:cNvSpPr/>
            <p:nvPr/>
          </p:nvSpPr>
          <p:spPr>
            <a:xfrm>
              <a:off x="2362395" y="1746497"/>
              <a:ext cx="1211428" cy="822970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Arrow: Right 38">
              <a:extLst>
                <a:ext uri="{FF2B5EF4-FFF2-40B4-BE49-F238E27FC236}">
                  <a16:creationId xmlns:a16="http://schemas.microsoft.com/office/drawing/2014/main" id="{C512DBFE-A576-128B-50CA-7E5AD9BBC82C}"/>
                </a:ext>
              </a:extLst>
            </p:cNvPr>
            <p:cNvSpPr/>
            <p:nvPr/>
          </p:nvSpPr>
          <p:spPr>
            <a:xfrm>
              <a:off x="4044046" y="1735231"/>
              <a:ext cx="1211428" cy="822970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4C05C4B3-AD8E-DC4E-8B3F-907E870E0F2E}"/>
                    </a:ext>
                  </a:extLst>
                </p:cNvPr>
                <p:cNvSpPr txBox="1"/>
                <p:nvPr/>
              </p:nvSpPr>
              <p:spPr>
                <a:xfrm>
                  <a:off x="4315181" y="1924112"/>
                  <a:ext cx="33457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4C05C4B3-AD8E-DC4E-8B3F-907E870E0F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15181" y="1924112"/>
                  <a:ext cx="334579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14545" r="-1818"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0A47B865-C587-D3BB-A84F-D6B4F41A2B3C}"/>
                    </a:ext>
                  </a:extLst>
                </p:cNvPr>
                <p:cNvSpPr txBox="1"/>
                <p:nvPr/>
              </p:nvSpPr>
              <p:spPr>
                <a:xfrm>
                  <a:off x="2637499" y="1935228"/>
                  <a:ext cx="52270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  <m: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0A47B865-C587-D3BB-A84F-D6B4F41A2B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7499" y="1935228"/>
                  <a:ext cx="52270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9412" r="-7059"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DA5F43F2-8703-9DBA-AD1F-46375A5C75BF}"/>
                </a:ext>
              </a:extLst>
            </p:cNvPr>
            <p:cNvSpPr txBox="1"/>
            <p:nvPr/>
          </p:nvSpPr>
          <p:spPr>
            <a:xfrm>
              <a:off x="1289766" y="949859"/>
              <a:ext cx="5269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(a)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6109415-DD39-7F9F-C33B-19A528CDD5FB}"/>
                </a:ext>
              </a:extLst>
            </p:cNvPr>
            <p:cNvSpPr txBox="1"/>
            <p:nvPr/>
          </p:nvSpPr>
          <p:spPr>
            <a:xfrm>
              <a:off x="6831736" y="949859"/>
              <a:ext cx="5373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(b)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8806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>Utrecht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Nemati, H. (Hossein)</dc:creator>
  <cp:lastModifiedBy>Nemati, H. (Hossein)</cp:lastModifiedBy>
  <cp:revision>32</cp:revision>
  <dcterms:created xsi:type="dcterms:W3CDTF">2025-02-19T15:13:46Z</dcterms:created>
  <dcterms:modified xsi:type="dcterms:W3CDTF">2025-08-23T17:26:54Z</dcterms:modified>
</cp:coreProperties>
</file>