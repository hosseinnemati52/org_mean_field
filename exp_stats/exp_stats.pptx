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>
            <a:extLst>
              <a:ext uri="{FF2B5EF4-FFF2-40B4-BE49-F238E27FC236}">
                <a16:creationId xmlns:a16="http://schemas.microsoft.com/office/drawing/2014/main" id="{C71A2DFE-2B47-F77D-102A-78104DC8B491}"/>
              </a:ext>
            </a:extLst>
          </p:cNvPr>
          <p:cNvGrpSpPr/>
          <p:nvPr/>
        </p:nvGrpSpPr>
        <p:grpSpPr>
          <a:xfrm>
            <a:off x="2247900" y="784860"/>
            <a:ext cx="5943600" cy="5608320"/>
            <a:chOff x="2247900" y="784860"/>
            <a:chExt cx="5943600" cy="560832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EBCB821-0483-011D-5A51-F1B80667A99D}"/>
                </a:ext>
              </a:extLst>
            </p:cNvPr>
            <p:cNvSpPr/>
            <p:nvPr/>
          </p:nvSpPr>
          <p:spPr>
            <a:xfrm>
              <a:off x="2247900" y="784860"/>
              <a:ext cx="5943600" cy="5608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6AEE6A8-EA4C-5D3F-29CF-DB96687A015C}"/>
                </a:ext>
              </a:extLst>
            </p:cNvPr>
            <p:cNvSpPr/>
            <p:nvPr/>
          </p:nvSpPr>
          <p:spPr>
            <a:xfrm>
              <a:off x="2387048" y="2337391"/>
              <a:ext cx="5665304" cy="17029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3266FD6-BBF5-8970-EC0C-D980E7C527EB}"/>
                </a:ext>
              </a:extLst>
            </p:cNvPr>
            <p:cNvCxnSpPr>
              <a:cxnSpLocks/>
            </p:cNvCxnSpPr>
            <p:nvPr/>
          </p:nvCxnSpPr>
          <p:spPr>
            <a:xfrm>
              <a:off x="2387048" y="3188842"/>
              <a:ext cx="462832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864E43C-B7ED-3CCE-A299-ACB2EE4811E3}"/>
                </a:ext>
              </a:extLst>
            </p:cNvPr>
            <p:cNvCxnSpPr>
              <a:cxnSpLocks/>
            </p:cNvCxnSpPr>
            <p:nvPr/>
          </p:nvCxnSpPr>
          <p:spPr>
            <a:xfrm>
              <a:off x="7099105" y="3188842"/>
              <a:ext cx="953247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42DBA9-D385-840A-F130-05230B471FCC}"/>
                </a:ext>
              </a:extLst>
            </p:cNvPr>
            <p:cNvSpPr/>
            <p:nvPr/>
          </p:nvSpPr>
          <p:spPr>
            <a:xfrm>
              <a:off x="3340295" y="5103342"/>
              <a:ext cx="2271058" cy="113553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2B9B0D-0BF0-9D9A-823E-DFCC69FF954A}"/>
                </a:ext>
              </a:extLst>
            </p:cNvPr>
            <p:cNvSpPr/>
            <p:nvPr/>
          </p:nvSpPr>
          <p:spPr>
            <a:xfrm>
              <a:off x="4368246" y="2337389"/>
              <a:ext cx="246723" cy="170290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CCD8FA-AFCC-CFE9-4D16-4ADC2B386902}"/>
                </a:ext>
              </a:extLst>
            </p:cNvPr>
            <p:cNvCxnSpPr/>
            <p:nvPr/>
          </p:nvCxnSpPr>
          <p:spPr>
            <a:xfrm flipV="1">
              <a:off x="2387048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DDD6FC-ED22-1076-D0FA-B7A4C2D7E946}"/>
                </a:ext>
              </a:extLst>
            </p:cNvPr>
            <p:cNvCxnSpPr/>
            <p:nvPr/>
          </p:nvCxnSpPr>
          <p:spPr>
            <a:xfrm flipV="1">
              <a:off x="4475824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2DE51EE-62AE-B076-4510-2040317FBCAB}"/>
                </a:ext>
              </a:extLst>
            </p:cNvPr>
            <p:cNvCxnSpPr/>
            <p:nvPr/>
          </p:nvCxnSpPr>
          <p:spPr>
            <a:xfrm flipV="1">
              <a:off x="8049365" y="1888246"/>
              <a:ext cx="0" cy="449143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EB0AB8E-CFE1-52A9-BEB3-D5B63D71367C}"/>
                </a:ext>
              </a:extLst>
            </p:cNvPr>
            <p:cNvCxnSpPr/>
            <p:nvPr/>
          </p:nvCxnSpPr>
          <p:spPr>
            <a:xfrm>
              <a:off x="2387048" y="2103399"/>
              <a:ext cx="208877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F8BAAE5-5A75-C13A-2EDB-1BDC40C77056}"/>
                </a:ext>
              </a:extLst>
            </p:cNvPr>
            <p:cNvCxnSpPr>
              <a:cxnSpLocks/>
            </p:cNvCxnSpPr>
            <p:nvPr/>
          </p:nvCxnSpPr>
          <p:spPr>
            <a:xfrm>
              <a:off x="4475824" y="2103399"/>
              <a:ext cx="357354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A6D00E6-D0ED-1EC7-B8FE-64F49FD32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4767" y="2481568"/>
              <a:ext cx="1209675" cy="58650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C1B91E6-8C28-3962-3C96-B099134468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354" y="2481568"/>
              <a:ext cx="1414148" cy="56309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6624D044-EE4F-A657-D221-96C5A4E08028}"/>
                </a:ext>
              </a:extLst>
            </p:cNvPr>
            <p:cNvCxnSpPr>
              <a:cxnSpLocks/>
            </p:cNvCxnSpPr>
            <p:nvPr/>
          </p:nvCxnSpPr>
          <p:spPr>
            <a:xfrm>
              <a:off x="4496707" y="3904346"/>
              <a:ext cx="0" cy="1198996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DBB6436-1CDC-718F-10B7-3B44D9FB6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73806" y="4144137"/>
              <a:ext cx="837547" cy="934406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DAF621D-A9D4-7150-B96A-F2A1DFBE9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9107" y="5344244"/>
              <a:ext cx="1224999" cy="653725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E539D2-8FB1-69E1-79FB-E87920844E7B}"/>
                </a:ext>
              </a:extLst>
            </p:cNvPr>
            <p:cNvSpPr txBox="1"/>
            <p:nvPr/>
          </p:nvSpPr>
          <p:spPr>
            <a:xfrm>
              <a:off x="2725987" y="1521283"/>
              <a:ext cx="13484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G1 phase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1C4659F-A0BB-63A4-803B-16211BDF7AE1}"/>
                </a:ext>
              </a:extLst>
            </p:cNvPr>
            <p:cNvSpPr txBox="1"/>
            <p:nvPr/>
          </p:nvSpPr>
          <p:spPr>
            <a:xfrm>
              <a:off x="5248447" y="1545949"/>
              <a:ext cx="20617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S-G2-M phases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9DB4724-EC7E-B8F9-55B3-7E9F61FECC64}"/>
                </a:ext>
              </a:extLst>
            </p:cNvPr>
            <p:cNvGrpSpPr/>
            <p:nvPr/>
          </p:nvGrpSpPr>
          <p:grpSpPr>
            <a:xfrm>
              <a:off x="5178712" y="2614155"/>
              <a:ext cx="362907" cy="297923"/>
              <a:chOff x="1981436" y="3293051"/>
              <a:chExt cx="1478079" cy="1213410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293F69F-E06C-7C6E-3BD9-32A2DB5502A4}"/>
                  </a:ext>
                </a:extLst>
              </p:cNvPr>
              <p:cNvSpPr/>
              <p:nvPr/>
            </p:nvSpPr>
            <p:spPr>
              <a:xfrm>
                <a:off x="1981436" y="3293051"/>
                <a:ext cx="1478079" cy="1213410"/>
              </a:xfrm>
              <a:custGeom>
                <a:avLst/>
                <a:gdLst>
                  <a:gd name="connsiteX0" fmla="*/ 137280 w 1478079"/>
                  <a:gd name="connsiteY0" fmla="*/ 667804 h 1213410"/>
                  <a:gd name="connsiteX1" fmla="*/ 704017 w 1478079"/>
                  <a:gd name="connsiteY1" fmla="*/ 5817 h 1213410"/>
                  <a:gd name="connsiteX2" fmla="*/ 1168361 w 1478079"/>
                  <a:gd name="connsiteY2" fmla="*/ 355860 h 1213410"/>
                  <a:gd name="connsiteX3" fmla="*/ 1477923 w 1478079"/>
                  <a:gd name="connsiteY3" fmla="*/ 551123 h 1213410"/>
                  <a:gd name="connsiteX4" fmla="*/ 1199317 w 1478079"/>
                  <a:gd name="connsiteY4" fmla="*/ 827348 h 1213410"/>
                  <a:gd name="connsiteX5" fmla="*/ 513517 w 1478079"/>
                  <a:gd name="connsiteY5" fmla="*/ 1194060 h 1213410"/>
                  <a:gd name="connsiteX6" fmla="*/ 72986 w 1478079"/>
                  <a:gd name="connsiteY6" fmla="*/ 1129767 h 1213410"/>
                  <a:gd name="connsiteX7" fmla="*/ 6311 w 1478079"/>
                  <a:gd name="connsiteY7" fmla="*/ 851160 h 1213410"/>
                  <a:gd name="connsiteX8" fmla="*/ 137280 w 1478079"/>
                  <a:gd name="connsiteY8" fmla="*/ 667804 h 1213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78079" h="1213410">
                    <a:moveTo>
                      <a:pt x="137280" y="667804"/>
                    </a:moveTo>
                    <a:cubicBezTo>
                      <a:pt x="253564" y="526913"/>
                      <a:pt x="532170" y="57808"/>
                      <a:pt x="704017" y="5817"/>
                    </a:cubicBezTo>
                    <a:cubicBezTo>
                      <a:pt x="875864" y="-46174"/>
                      <a:pt x="1039377" y="264976"/>
                      <a:pt x="1168361" y="355860"/>
                    </a:cubicBezTo>
                    <a:cubicBezTo>
                      <a:pt x="1297345" y="446744"/>
                      <a:pt x="1472764" y="472542"/>
                      <a:pt x="1477923" y="551123"/>
                    </a:cubicBezTo>
                    <a:cubicBezTo>
                      <a:pt x="1483082" y="629704"/>
                      <a:pt x="1360051" y="720192"/>
                      <a:pt x="1199317" y="827348"/>
                    </a:cubicBezTo>
                    <a:cubicBezTo>
                      <a:pt x="1038583" y="934504"/>
                      <a:pt x="701239" y="1143657"/>
                      <a:pt x="513517" y="1194060"/>
                    </a:cubicBezTo>
                    <a:cubicBezTo>
                      <a:pt x="325795" y="1244463"/>
                      <a:pt x="157520" y="1186917"/>
                      <a:pt x="72986" y="1129767"/>
                    </a:cubicBezTo>
                    <a:cubicBezTo>
                      <a:pt x="-11548" y="1072617"/>
                      <a:pt x="-4405" y="929344"/>
                      <a:pt x="6311" y="851160"/>
                    </a:cubicBezTo>
                    <a:cubicBezTo>
                      <a:pt x="17027" y="772976"/>
                      <a:pt x="20996" y="808695"/>
                      <a:pt x="137280" y="667804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5050997-D442-548B-40E8-1C0A0E4F6F8B}"/>
                  </a:ext>
                </a:extLst>
              </p:cNvPr>
              <p:cNvSpPr/>
              <p:nvPr/>
            </p:nvSpPr>
            <p:spPr>
              <a:xfrm rot="19494343">
                <a:off x="2393157" y="3810000"/>
                <a:ext cx="535781" cy="297656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36633B0-5A67-454C-DBA9-C59269C951FF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>
              <a:off x="5541581" y="2749470"/>
              <a:ext cx="570033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CF6045C-9A25-F137-64FE-D404519C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54127" y="3258646"/>
              <a:ext cx="894022" cy="428190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A9E5A877-C4CF-350D-D3F6-3615C1E12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76564" y="3258646"/>
              <a:ext cx="894022" cy="479117"/>
            </a:xfrm>
            <a:prstGeom prst="rect">
              <a:avLst/>
            </a:prstGeom>
          </p:spPr>
        </p:pic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113E0B-7BFD-2140-BFC8-DD79870E87D1}"/>
                </a:ext>
              </a:extLst>
            </p:cNvPr>
            <p:cNvCxnSpPr>
              <a:cxnSpLocks/>
            </p:cNvCxnSpPr>
            <p:nvPr/>
          </p:nvCxnSpPr>
          <p:spPr>
            <a:xfrm>
              <a:off x="4133279" y="3188842"/>
              <a:ext cx="364566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AED990D-27BE-F111-18E0-1C973D0C6A3C}"/>
                </a:ext>
              </a:extLst>
            </p:cNvPr>
            <p:cNvCxnSpPr>
              <a:cxnSpLocks/>
            </p:cNvCxnSpPr>
            <p:nvPr/>
          </p:nvCxnSpPr>
          <p:spPr>
            <a:xfrm>
              <a:off x="4589662" y="3188842"/>
              <a:ext cx="373805" cy="0"/>
            </a:xfrm>
            <a:prstGeom prst="straightConnector1">
              <a:avLst/>
            </a:prstGeom>
            <a:ln w="76200"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B24D2CF-1ED9-728C-84A4-7D4782D30EFC}"/>
                </a:ext>
              </a:extLst>
            </p:cNvPr>
            <p:cNvCxnSpPr>
              <a:cxnSpLocks/>
            </p:cNvCxnSpPr>
            <p:nvPr/>
          </p:nvCxnSpPr>
          <p:spPr>
            <a:xfrm>
              <a:off x="4475824" y="1441875"/>
              <a:ext cx="0" cy="37338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27F19B7-1BF1-BAB3-6454-D0C09D135DD7}"/>
                </a:ext>
              </a:extLst>
            </p:cNvPr>
            <p:cNvSpPr txBox="1"/>
            <p:nvPr/>
          </p:nvSpPr>
          <p:spPr>
            <a:xfrm>
              <a:off x="3933424" y="939167"/>
              <a:ext cx="11019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anose="020F0502020204030204" pitchFamily="34" charset="0"/>
                  <a:cs typeface="Calibri" panose="020F0502020204030204" pitchFamily="34" charset="0"/>
                </a:rPr>
                <a:t>R-point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775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21D2CCF-3682-AE2B-0626-6D6865261C5A}"/>
              </a:ext>
            </a:extLst>
          </p:cNvPr>
          <p:cNvGrpSpPr/>
          <p:nvPr/>
        </p:nvGrpSpPr>
        <p:grpSpPr>
          <a:xfrm>
            <a:off x="1607128" y="535710"/>
            <a:ext cx="7989454" cy="5283200"/>
            <a:chOff x="1607128" y="535710"/>
            <a:chExt cx="7989454" cy="5283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9E7DC9-C0E9-FE37-0CF3-2C7F9A0D7F1B}"/>
                </a:ext>
              </a:extLst>
            </p:cNvPr>
            <p:cNvSpPr/>
            <p:nvPr/>
          </p:nvSpPr>
          <p:spPr>
            <a:xfrm>
              <a:off x="1607128" y="535710"/>
              <a:ext cx="7989454" cy="528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E89DCE-C337-E01B-2E50-CC7044617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4132" y="695479"/>
              <a:ext cx="2057081" cy="23832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384C60-17C6-892E-E834-958529B83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8422" y="637557"/>
              <a:ext cx="1952062" cy="249911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D7084B-9296-CFE1-5BF7-C9C7E43A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76130" y="633317"/>
              <a:ext cx="2034306" cy="24991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15081D-CAFF-9732-CC38-8B26A5300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6354" y="3360859"/>
              <a:ext cx="2054859" cy="23832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9F2A41-5B81-45FF-FA58-4D385AFE3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5625" y="3417878"/>
              <a:ext cx="2054859" cy="232625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0F0B188-DE02-4BC7-5555-3569B9309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6776" y="3389367"/>
              <a:ext cx="2293660" cy="2326257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8D5B10-8A37-C649-EBA9-FDDADF2F326B}"/>
                </a:ext>
              </a:extLst>
            </p:cNvPr>
            <p:cNvSpPr/>
            <p:nvPr/>
          </p:nvSpPr>
          <p:spPr>
            <a:xfrm>
              <a:off x="2334132" y="633317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63B99C-D153-82FC-684A-386AD2D6ED11}"/>
                </a:ext>
              </a:extLst>
            </p:cNvPr>
            <p:cNvSpPr/>
            <p:nvPr/>
          </p:nvSpPr>
          <p:spPr>
            <a:xfrm>
              <a:off x="7334740" y="633317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1092C-C0BD-33EE-573C-F167A28F2409}"/>
                </a:ext>
              </a:extLst>
            </p:cNvPr>
            <p:cNvSpPr/>
            <p:nvPr/>
          </p:nvSpPr>
          <p:spPr>
            <a:xfrm>
              <a:off x="2255623" y="3389367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9371381-5D68-6462-6B2D-2F7C0C9F4286}"/>
                </a:ext>
              </a:extLst>
            </p:cNvPr>
            <p:cNvSpPr/>
            <p:nvPr/>
          </p:nvSpPr>
          <p:spPr>
            <a:xfrm>
              <a:off x="7148956" y="3362349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4BBD51-ACFC-64D1-6683-F619CC6FC37E}"/>
                </a:ext>
              </a:extLst>
            </p:cNvPr>
            <p:cNvSpPr/>
            <p:nvPr/>
          </p:nvSpPr>
          <p:spPr>
            <a:xfrm>
              <a:off x="1828970" y="695479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(a)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477B79-7D15-AE7B-F423-AF6504469C85}"/>
                </a:ext>
              </a:extLst>
            </p:cNvPr>
            <p:cNvSpPr/>
            <p:nvPr/>
          </p:nvSpPr>
          <p:spPr>
            <a:xfrm>
              <a:off x="4410381" y="633316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(b)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37375B-AD9A-3A77-010E-287EB93C638A}"/>
                </a:ext>
              </a:extLst>
            </p:cNvPr>
            <p:cNvSpPr/>
            <p:nvPr/>
          </p:nvSpPr>
          <p:spPr>
            <a:xfrm>
              <a:off x="7009251" y="660335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(c)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0E87EC-5CA7-AE4D-547A-431CBEF62F78}"/>
                </a:ext>
              </a:extLst>
            </p:cNvPr>
            <p:cNvSpPr/>
            <p:nvPr/>
          </p:nvSpPr>
          <p:spPr>
            <a:xfrm>
              <a:off x="1823469" y="3362348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(d)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D17F58-38C0-E688-BBD7-2B9C1102A5B1}"/>
                </a:ext>
              </a:extLst>
            </p:cNvPr>
            <p:cNvSpPr/>
            <p:nvPr/>
          </p:nvSpPr>
          <p:spPr>
            <a:xfrm>
              <a:off x="4404880" y="3300185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(e)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C6A2C3-5D60-CAEB-E954-9CB34B2ACC2E}"/>
                </a:ext>
              </a:extLst>
            </p:cNvPr>
            <p:cNvSpPr/>
            <p:nvPr/>
          </p:nvSpPr>
          <p:spPr>
            <a:xfrm>
              <a:off x="7003750" y="3327204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849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DA275C3-A55A-D919-A2A3-61C80F92D91E}"/>
              </a:ext>
            </a:extLst>
          </p:cNvPr>
          <p:cNvGrpSpPr/>
          <p:nvPr/>
        </p:nvGrpSpPr>
        <p:grpSpPr>
          <a:xfrm>
            <a:off x="1773382" y="535710"/>
            <a:ext cx="7823200" cy="5283200"/>
            <a:chOff x="1773382" y="535710"/>
            <a:chExt cx="7823200" cy="5283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59E7DC9-C0E9-FE37-0CF3-2C7F9A0D7F1B}"/>
                </a:ext>
              </a:extLst>
            </p:cNvPr>
            <p:cNvSpPr/>
            <p:nvPr/>
          </p:nvSpPr>
          <p:spPr>
            <a:xfrm>
              <a:off x="1773382" y="535710"/>
              <a:ext cx="7823200" cy="528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E89DCE-C337-E01B-2E50-CC7044617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4132" y="3254205"/>
              <a:ext cx="2057081" cy="238327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384C60-17C6-892E-E834-958529B83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08422" y="3196283"/>
              <a:ext cx="1952062" cy="249911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DD7084B-9296-CFE1-5BF7-C9C7E43A9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76130" y="3192043"/>
              <a:ext cx="2034306" cy="24991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915081D-CAFF-9732-CC38-8B26A5300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6354" y="693740"/>
              <a:ext cx="2054859" cy="238327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E9F2A41-5B81-45FF-FA58-4D385AFE3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05625" y="750759"/>
              <a:ext cx="2054859" cy="232625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0F0B188-DE02-4BC7-5555-3569B9309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6776" y="722248"/>
              <a:ext cx="2293660" cy="2326257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48D5B10-8A37-C649-EBA9-FDDADF2F326B}"/>
                </a:ext>
              </a:extLst>
            </p:cNvPr>
            <p:cNvSpPr/>
            <p:nvPr/>
          </p:nvSpPr>
          <p:spPr>
            <a:xfrm>
              <a:off x="2334132" y="621317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51092C-C0BD-33EE-573C-F167A28F2409}"/>
                </a:ext>
              </a:extLst>
            </p:cNvPr>
            <p:cNvSpPr/>
            <p:nvPr/>
          </p:nvSpPr>
          <p:spPr>
            <a:xfrm>
              <a:off x="2303764" y="3165946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9371381-5D68-6462-6B2D-2F7C0C9F4286}"/>
                </a:ext>
              </a:extLst>
            </p:cNvPr>
            <p:cNvSpPr/>
            <p:nvPr/>
          </p:nvSpPr>
          <p:spPr>
            <a:xfrm>
              <a:off x="7197097" y="3165946"/>
              <a:ext cx="325940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54BBD51-ACFC-64D1-6683-F619CC6FC37E}"/>
                </a:ext>
              </a:extLst>
            </p:cNvPr>
            <p:cNvSpPr/>
            <p:nvPr/>
          </p:nvSpPr>
          <p:spPr>
            <a:xfrm>
              <a:off x="2000740" y="621317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(a)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477B79-7D15-AE7B-F423-AF6504469C85}"/>
                </a:ext>
              </a:extLst>
            </p:cNvPr>
            <p:cNvSpPr/>
            <p:nvPr/>
          </p:nvSpPr>
          <p:spPr>
            <a:xfrm>
              <a:off x="4391213" y="616538"/>
              <a:ext cx="542737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(b)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C37375B-AD9A-3A77-010E-287EB93C638A}"/>
                </a:ext>
              </a:extLst>
            </p:cNvPr>
            <p:cNvSpPr/>
            <p:nvPr/>
          </p:nvSpPr>
          <p:spPr>
            <a:xfrm>
              <a:off x="7054108" y="640731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(c)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D0E87EC-5CA7-AE4D-547A-431CBEF62F78}"/>
                </a:ext>
              </a:extLst>
            </p:cNvPr>
            <p:cNvSpPr/>
            <p:nvPr/>
          </p:nvSpPr>
          <p:spPr>
            <a:xfrm>
              <a:off x="2046038" y="3165946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(d)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6D17F58-38C0-E688-BBD7-2B9C1102A5B1}"/>
                </a:ext>
              </a:extLst>
            </p:cNvPr>
            <p:cNvSpPr/>
            <p:nvPr/>
          </p:nvSpPr>
          <p:spPr>
            <a:xfrm>
              <a:off x="4452767" y="3165946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(e)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EC6A2C3-5D60-CAEB-E954-9CB34B2ACC2E}"/>
                </a:ext>
              </a:extLst>
            </p:cNvPr>
            <p:cNvSpPr/>
            <p:nvPr/>
          </p:nvSpPr>
          <p:spPr>
            <a:xfrm>
              <a:off x="7085542" y="3165946"/>
              <a:ext cx="594678" cy="3180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(f)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331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29</cp:revision>
  <dcterms:created xsi:type="dcterms:W3CDTF">2025-02-19T15:13:46Z</dcterms:created>
  <dcterms:modified xsi:type="dcterms:W3CDTF">2025-06-21T14:40:30Z</dcterms:modified>
</cp:coreProperties>
</file>