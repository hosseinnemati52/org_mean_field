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7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345C-D5B0-1175-8318-0E68B5721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8C5767-B816-7E4B-CFFE-EB1A4AAB3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0D2AD-9D2D-73AF-9626-F0D711DB9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DBF8-0584-4FDF-808C-4B5951EF428B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E8EBC-9778-C931-AAAA-A43ACEAA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B675E-8CE6-A854-C5CE-922A31E9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9055-ACCA-496C-A64C-EF5F24C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27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D117C-ADFA-C43B-AD2A-5F236EAFD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138D9-3BDF-6648-026C-17896D79A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AA5F-A4F2-C688-28B7-F9751FC1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DBF8-0584-4FDF-808C-4B5951EF428B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0E39A-77EF-309B-FF23-9D9B6E64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59C73-97EB-302D-49BB-F8ED784CF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9055-ACCA-496C-A64C-EF5F24C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60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6BE12-4CBC-3CAA-86F2-9BEE7F0BC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5E624-22BA-82BB-56AE-FD76995EC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50C1D-3432-DEAB-382B-2DF661686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DBF8-0584-4FDF-808C-4B5951EF428B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44C79-C111-FC20-843A-FB1D52A7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4821E-562B-96EF-1FC6-1B3C83D7A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9055-ACCA-496C-A64C-EF5F24C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715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F8C4E-531F-99B7-E635-CE1781B56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4EC39-9E2C-C359-ED5B-973FFF98D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A22BA-FEB5-8E4C-736F-54774F104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BFF35-7031-343D-97E3-F91732649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DBF8-0584-4FDF-808C-4B5951EF428B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EABD7-6878-6C43-28C8-0EA5969F5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3E459-A9B3-E6B0-65BB-D31614822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9055-ACCA-496C-A64C-EF5F24C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04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92885-F413-318F-0F50-000CFADD2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C6B2B-DC52-1B9F-66FD-CEE934488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6AA031-EEAD-407F-9F8D-BFCCC1913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70751-FB9E-FD06-58B6-46E1FC4A5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9767E7-F1AC-3AB9-4213-F5B117E8D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C82159-5E02-37D9-A19F-4DE0CD39E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DBF8-0584-4FDF-808C-4B5951EF428B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630558-D10E-4B76-5DBD-BF572EDFB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8934B-2311-70E0-71B0-D089BFFC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9055-ACCA-496C-A64C-EF5F24C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0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E530-C325-D626-B21D-D96B3BF4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CF3C8D-C7C1-6913-3450-C7B3E846B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DBF8-0584-4FDF-808C-4B5951EF428B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D5E61-C4BD-43C4-1CB0-2B54E738E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CB0767-C518-A94C-6FDB-4AC116D4D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9055-ACCA-496C-A64C-EF5F24C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08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189608-7481-D8E6-1DC0-CB075BDC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DBF8-0584-4FDF-808C-4B5951EF428B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09FA36-855E-93A2-3553-28D747983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8B82A-0AF9-AE6D-0200-39F6E653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9055-ACCA-496C-A64C-EF5F24C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698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8FED-794D-9285-2DE1-7173432BE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28F4E-AE5E-1F80-473D-130F6C2A5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6F29A-DD60-17B4-B932-16F210DFD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14CAF-1FFB-4C9A-26DD-FF6EC9D59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DBF8-0584-4FDF-808C-4B5951EF428B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15F69-4E8D-7430-7163-1AF0A34E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2714C-7687-985C-AE6C-E3BB4978E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9055-ACCA-496C-A64C-EF5F24C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69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B52FE-7C60-EB36-D138-81B04EC7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6A53A1-B395-22AC-B1BD-9DC495D15A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E3F63-658C-5188-61F3-29600D551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18692-968D-4346-B59F-C9754A50B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DBF8-0584-4FDF-808C-4B5951EF428B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9FF94-65D6-28F7-432E-860B52B8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9D0C5-4639-D9CA-916A-4F2019D9D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9055-ACCA-496C-A64C-EF5F24C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60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4520-78AA-8AF0-624A-B95A91B6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858C3-5A11-1157-B444-AE22FD4BE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668FC-0F95-4AA3-38AF-6650A34A3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DBF8-0584-4FDF-808C-4B5951EF428B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3379F-328B-3F1E-0225-BC5866988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C6257-A1FD-A8C8-C573-EF5367ADB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9055-ACCA-496C-A64C-EF5F24C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21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922C51-222B-D782-FD70-08FCCE80DD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C4AA98-0CE4-BABF-9FF9-9B1F7BCB8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721C7-CD92-7171-2CC2-B852E6B11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DBF8-0584-4FDF-808C-4B5951EF428B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1CB7F-C628-00FC-D1B6-83A71A4F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51319-D12D-004D-4C39-791C8FEE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9055-ACCA-496C-A64C-EF5F24C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35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5C2F44-7F96-A98E-7862-055B02AD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44DD3-CCB5-C24B-991E-979DB8663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B415A-939F-5B21-F492-2874F6D6F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6DBF8-0584-4FDF-808C-4B5951EF428B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D5B2F-F841-67C9-BBF6-45D10314C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F0A78-8EA8-FA55-4667-D4B64DD92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C89055-ACCA-496C-A64C-EF5F24C7A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092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5EC83A9-1E47-EE5E-F7B9-54F476AEA752}"/>
              </a:ext>
            </a:extLst>
          </p:cNvPr>
          <p:cNvGrpSpPr/>
          <p:nvPr/>
        </p:nvGrpSpPr>
        <p:grpSpPr>
          <a:xfrm>
            <a:off x="2672366" y="784859"/>
            <a:ext cx="5351172" cy="5396999"/>
            <a:chOff x="2672366" y="784859"/>
            <a:chExt cx="5351172" cy="539699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675024B-CF72-29F1-CC20-621B86FF4850}"/>
                </a:ext>
              </a:extLst>
            </p:cNvPr>
            <p:cNvSpPr/>
            <p:nvPr/>
          </p:nvSpPr>
          <p:spPr>
            <a:xfrm>
              <a:off x="2672366" y="784859"/>
              <a:ext cx="5351172" cy="539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DA0FA41-0F9D-D491-BAFD-51220DA761BB}"/>
                </a:ext>
              </a:extLst>
            </p:cNvPr>
            <p:cNvGrpSpPr/>
            <p:nvPr/>
          </p:nvGrpSpPr>
          <p:grpSpPr>
            <a:xfrm>
              <a:off x="2836434" y="1181351"/>
              <a:ext cx="5087493" cy="4891789"/>
              <a:chOff x="1975374" y="84071"/>
              <a:chExt cx="6545799" cy="6293997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5F6792A-0D61-58E3-2C83-B4EBECE228D3}"/>
                  </a:ext>
                </a:extLst>
              </p:cNvPr>
              <p:cNvGrpSpPr/>
              <p:nvPr/>
            </p:nvGrpSpPr>
            <p:grpSpPr>
              <a:xfrm>
                <a:off x="1975374" y="84071"/>
                <a:ext cx="3145266" cy="3112433"/>
                <a:chOff x="1922034" y="388871"/>
                <a:chExt cx="3328148" cy="3293406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F20A2F0C-3C34-C091-7851-5BAE650348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32630"/>
                <a:stretch/>
              </p:blipFill>
              <p:spPr>
                <a:xfrm>
                  <a:off x="1922034" y="388871"/>
                  <a:ext cx="3328148" cy="3293406"/>
                </a:xfrm>
                <a:prstGeom prst="rect">
                  <a:avLst/>
                </a:prstGeom>
              </p:spPr>
            </p:pic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3AFAC123-4384-97F6-3307-18A81843DF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7465" t="5082" r="2070" b="52548"/>
                <a:stretch/>
              </p:blipFill>
              <p:spPr>
                <a:xfrm>
                  <a:off x="2707006" y="541974"/>
                  <a:ext cx="1290637" cy="1196698"/>
                </a:xfrm>
                <a:prstGeom prst="rect">
                  <a:avLst/>
                </a:prstGeom>
              </p:spPr>
            </p:pic>
          </p:grp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654ADC0-EDBF-EC85-6476-A084070B68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70413" y="3196504"/>
                <a:ext cx="4772347" cy="3181564"/>
              </a:xfrm>
              <a:prstGeom prst="rect">
                <a:avLst/>
              </a:prstGeom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A59A8F1-4893-EFAD-FE3D-3DEEDD43B556}"/>
                  </a:ext>
                </a:extLst>
              </p:cNvPr>
              <p:cNvGrpSpPr/>
              <p:nvPr/>
            </p:nvGrpSpPr>
            <p:grpSpPr>
              <a:xfrm>
                <a:off x="5435917" y="84071"/>
                <a:ext cx="3085256" cy="3040129"/>
                <a:chOff x="5494014" y="617216"/>
                <a:chExt cx="3711899" cy="3657607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9EB19DCB-8175-6D99-627A-E0AADEB2E8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32344"/>
                <a:stretch/>
              </p:blipFill>
              <p:spPr>
                <a:xfrm>
                  <a:off x="5494014" y="617216"/>
                  <a:ext cx="3711899" cy="3657607"/>
                </a:xfrm>
                <a:prstGeom prst="rect">
                  <a:avLst/>
                </a:prstGeom>
              </p:spPr>
            </p:pic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204C558F-A545-3A8C-766A-D227E3D400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8090" t="6953" r="2049" b="70391"/>
                <a:stretch/>
              </p:blipFill>
              <p:spPr>
                <a:xfrm>
                  <a:off x="7491412" y="881063"/>
                  <a:ext cx="1638300" cy="828675"/>
                </a:xfrm>
                <a:prstGeom prst="rect">
                  <a:avLst/>
                </a:prstGeom>
              </p:spPr>
            </p:pic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F7D6184-17AF-5C3A-52A0-2E51F380BB2C}"/>
                </a:ext>
              </a:extLst>
            </p:cNvPr>
            <p:cNvSpPr txBox="1"/>
            <p:nvPr/>
          </p:nvSpPr>
          <p:spPr>
            <a:xfrm>
              <a:off x="3153278" y="894004"/>
              <a:ext cx="3861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(a)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468B10D-A873-C0B2-2BEC-A9BFF0A4C634}"/>
                </a:ext>
              </a:extLst>
            </p:cNvPr>
            <p:cNvSpPr txBox="1"/>
            <p:nvPr/>
          </p:nvSpPr>
          <p:spPr>
            <a:xfrm>
              <a:off x="5836277" y="924025"/>
              <a:ext cx="3914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(b)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876C0DE-2DB3-6453-7CED-C685613526EE}"/>
                </a:ext>
              </a:extLst>
            </p:cNvPr>
            <p:cNvSpPr txBox="1"/>
            <p:nvPr/>
          </p:nvSpPr>
          <p:spPr>
            <a:xfrm>
              <a:off x="3154304" y="3348484"/>
              <a:ext cx="3850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3780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Utrecht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Nemati, H. (Hossein)</dc:creator>
  <cp:lastModifiedBy>Nemati, H. (Hossein)</cp:lastModifiedBy>
  <cp:revision>2</cp:revision>
  <dcterms:created xsi:type="dcterms:W3CDTF">2025-06-06T14:39:15Z</dcterms:created>
  <dcterms:modified xsi:type="dcterms:W3CDTF">2025-06-06T14:43:40Z</dcterms:modified>
</cp:coreProperties>
</file>